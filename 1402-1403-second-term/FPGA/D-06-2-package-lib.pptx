
<file path=[Content_Types].xml><?xml version="1.0" encoding="utf-8"?>
<Types xmlns="http://schemas.openxmlformats.org/package/2006/content-types"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4" r:id="rId2"/>
  </p:sldMasterIdLst>
  <p:notesMasterIdLst>
    <p:notesMasterId r:id="rId9"/>
  </p:notesMasterIdLst>
  <p:sldIdLst>
    <p:sldId id="256" r:id="rId3"/>
    <p:sldId id="450" r:id="rId4"/>
    <p:sldId id="495" r:id="rId5"/>
    <p:sldId id="441" r:id="rId6"/>
    <p:sldId id="496" r:id="rId7"/>
    <p:sldId id="497" r:id="rId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sz="21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0033CC"/>
    <a:srgbClr val="CC6600"/>
    <a:srgbClr val="669900"/>
    <a:srgbClr val="CCFFCC"/>
    <a:srgbClr val="990000"/>
    <a:srgbClr val="66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 autoAdjust="0"/>
    <p:restoredTop sz="90493" autoAdjust="0"/>
  </p:normalViewPr>
  <p:slideViewPr>
    <p:cSldViewPr showGuides="1">
      <p:cViewPr varScale="1">
        <p:scale>
          <a:sx n="64" d="100"/>
          <a:sy n="64" d="100"/>
        </p:scale>
        <p:origin x="50" y="65"/>
      </p:cViewPr>
      <p:guideLst>
        <p:guide orient="horz" pos="2205"/>
        <p:guide pos="2880"/>
      </p:guideLst>
    </p:cSldViewPr>
  </p:slideViewPr>
  <p:outlineViewPr>
    <p:cViewPr>
      <p:scale>
        <a:sx n="33" d="100"/>
        <a:sy n="33" d="100"/>
      </p:scale>
      <p:origin x="0" y="76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6E35194D-28F7-49B2-9880-3C8A5D2C86D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5357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4AD1ED6-2C0F-4ADC-886F-77BE24CD9F8F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69406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71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3AF26C44-8B54-43BF-9D7E-72001430BD74}" type="slidenum">
              <a:rPr lang="en-US" altLang="en-US" sz="1200"/>
              <a:pPr/>
              <a:t>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710955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36171B-9F47-4489-9A2A-8CB200B39551}" type="slidenum">
              <a:rPr lang="en-US" altLang="en-US" sz="1200"/>
              <a:pPr/>
              <a:t>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4519261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36171B-9F47-4489-9A2A-8CB200B39551}" type="slidenum">
              <a:rPr lang="en-US" altLang="en-US" sz="1200"/>
              <a:pPr/>
              <a:t>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914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36171B-9F47-4489-9A2A-8CB200B39551}" type="slidenum">
              <a:rPr lang="en-US" altLang="en-US" sz="1200"/>
              <a:pPr/>
              <a:t>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503104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6F36171B-9F47-4489-9A2A-8CB200B39551}" type="slidenum">
              <a:rPr lang="en-US" altLang="en-US" sz="1200"/>
              <a:pPr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26169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400" smtClean="0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ctrTitle" sz="quarter"/>
          </p:nvPr>
        </p:nvSpPr>
        <p:spPr>
          <a:xfrm>
            <a:off x="692150" y="2286000"/>
            <a:ext cx="7759700" cy="1143000"/>
          </a:xfrm>
          <a:ln w="12700"/>
        </p:spPr>
        <p:txBody>
          <a:bodyPr wrap="none" lIns="82030" tIns="41015" rIns="82030" bIns="41015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33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85888" y="3898900"/>
            <a:ext cx="6372225" cy="1749425"/>
          </a:xfrm>
          <a:ln w="12700"/>
        </p:spPr>
        <p:txBody>
          <a:bodyPr wrap="none" lIns="82030" tIns="41015" rIns="82030" bIns="41015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4166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r" rtl="1">
              <a:defRPr sz="3200"/>
            </a:lvl1pPr>
            <a:lvl2pPr marL="990600" indent="-533400" algn="r" rtl="1">
              <a:buFont typeface="Wingdings" pitchFamily="2" charset="2"/>
              <a:buChar char="q"/>
              <a:defRPr sz="2800"/>
            </a:lvl2pPr>
            <a:lvl3pPr algn="r" rtl="1">
              <a:defRPr sz="2400"/>
            </a:lvl3pPr>
            <a:lvl4pPr algn="r" rtl="1">
              <a:defRPr sz="2000"/>
            </a:lvl4pPr>
            <a:lvl5pPr algn="r" rtl="1">
              <a:defRPr sz="1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7E5190D-7B1C-4BAA-8BAD-78224C33BD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579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5B30B-6381-4D68-A01A-6ED2B61667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746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EECD38-0307-47E2-92C6-DE5F1779D9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389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3A7E6A-459B-4E5C-A76B-8FF859A36A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8357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043D49-4A3A-4257-9914-24CFFFFEAE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794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A91B9F-8578-4F02-9779-D6F1F71D81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67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6777F5-D73E-4FF8-9AB2-55EBE1BD414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829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169A35-A6A3-4DD9-A564-65FE8327AA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354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9A44C3-23C3-4AE4-B3F4-DA54958D02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0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1450" y="403225"/>
            <a:ext cx="1944688" cy="54641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03225"/>
            <a:ext cx="5683250" cy="54641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E9848D-94F5-4EE4-81B5-4076CE28982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853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2688A4-F020-4DE4-B659-5CBF6546B4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4078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FE06D9-9BA8-479A-8B54-3F50FCC3A9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84955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05D482-D481-47C7-A5CF-0833761D38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61796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5641DF-06F0-4391-9EA7-A9A84C4928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8761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14980C-11D4-4C16-9D5A-BE83B7AEC1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8917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76E4A2-4221-493F-8BC0-99798F6367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1997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8034DA-87D0-4AE4-AFCB-7C10247E4AE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36612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EDAC90-AB43-4B13-AA54-6ACF977E5C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911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8722CA-C7D8-4F63-822C-58FC52C1A9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496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7C218A-154D-4401-A10A-587B21F91B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2083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2A7C00-53EE-4A01-860D-DFBC285D3F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4923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192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  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2150" y="403225"/>
            <a:ext cx="7773988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828" tIns="50914" rIns="101828" bIns="509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304800" y="304800"/>
            <a:ext cx="8534400" cy="6096000"/>
          </a:xfrm>
          <a:prstGeom prst="roundRect">
            <a:avLst>
              <a:gd name="adj" fmla="val 9644"/>
            </a:avLst>
          </a:prstGeom>
          <a:noFill/>
          <a:ln w="19050">
            <a:solidFill>
              <a:srgbClr val="0000FF"/>
            </a:solidFill>
            <a:round/>
            <a:headEnd/>
            <a:tailEnd/>
          </a:ln>
          <a:extLst/>
        </p:spPr>
        <p:txBody>
          <a:bodyPr wrap="none" anchor="ctr"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838200" y="6400800"/>
            <a:ext cx="3657600" cy="306388"/>
          </a:xfrm>
          <a:prstGeom prst="rect">
            <a:avLst/>
          </a:prstGeom>
          <a:noFill/>
          <a:ln>
            <a:noFill/>
          </a:ln>
          <a:extLst/>
        </p:spPr>
        <p:txBody>
          <a:bodyPr lIns="101828" tIns="50914" rIns="101828" bIns="50914"/>
          <a:lstStyle>
            <a:lvl1pPr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1019175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1019175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endParaRPr lang="en-US" altLang="en-US" sz="1300" smtClean="0">
              <a:latin typeface="Arial" panose="020B0604020202020204" pitchFamily="34" charset="0"/>
            </a:endParaRPr>
          </a:p>
        </p:txBody>
      </p:sp>
      <p:sp>
        <p:nvSpPr>
          <p:cNvPr id="182281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243888" y="6388100"/>
            <a:ext cx="554037" cy="334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none" lIns="82030" tIns="41015" rIns="82030" bIns="41015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latin typeface="Arial" panose="020B0604020202020204" pitchFamily="34" charset="0"/>
              </a:defRPr>
            </a:lvl1pPr>
          </a:lstStyle>
          <a:p>
            <a:fld id="{87A426C6-753F-4B61-A817-5E2130E1FA0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896" r:id="rId2"/>
    <p:sldLayoutId id="2147484897" r:id="rId3"/>
    <p:sldLayoutId id="2147484898" r:id="rId4"/>
    <p:sldLayoutId id="2147484899" r:id="rId5"/>
    <p:sldLayoutId id="2147484900" r:id="rId6"/>
    <p:sldLayoutId id="2147484901" r:id="rId7"/>
    <p:sldLayoutId id="2147484902" r:id="rId8"/>
    <p:sldLayoutId id="2147484903" r:id="rId9"/>
    <p:sldLayoutId id="2147484904" r:id="rId10"/>
    <p:sldLayoutId id="2147484905" r:id="rId11"/>
  </p:sldLayoutIdLst>
  <p:hf hdr="0" ftr="0" dt="0"/>
  <p:txStyles>
    <p:titleStyle>
      <a:lvl1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+mj-lt"/>
          <a:ea typeface="+mj-ea"/>
          <a:cs typeface="B Titr" pitchFamily="2" charset="-78"/>
        </a:defRPr>
      </a:lvl1pPr>
      <a:lvl2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2pPr>
      <a:lvl3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3pPr>
      <a:lvl4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4pPr>
      <a:lvl5pPr algn="ctr" defTabSz="1019175" rtl="0" eaLnBrk="0" fontAlgn="base" hangingPunct="0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B Titr" pitchFamily="2" charset="-78"/>
        </a:defRPr>
      </a:lvl5pPr>
      <a:lvl6pPr marL="4572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6pPr>
      <a:lvl7pPr marL="9144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7pPr>
      <a:lvl8pPr marL="13716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8pPr>
      <a:lvl9pPr marL="1828800" algn="ctr" defTabSz="1019175" rtl="0" fontAlgn="base">
        <a:spcBef>
          <a:spcPct val="0"/>
        </a:spcBef>
        <a:spcAft>
          <a:spcPct val="0"/>
        </a:spcAft>
        <a:defRPr sz="3100" b="1">
          <a:solidFill>
            <a:srgbClr val="E44EE4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5050"/>
          </a:solidFill>
          <a:latin typeface="+mn-lt"/>
          <a:ea typeface="+mn-ea"/>
          <a:cs typeface="B Mitra" pitchFamily="2" charset="-78"/>
        </a:defRPr>
      </a:lvl1pPr>
      <a:lvl2pPr marL="895350" indent="-4381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q"/>
        <a:defRPr sz="2200">
          <a:solidFill>
            <a:srgbClr val="0000FF"/>
          </a:solidFill>
          <a:latin typeface="+mn-lt"/>
          <a:cs typeface="B Mitra" pitchFamily="2" charset="-78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2400">
          <a:solidFill>
            <a:schemeClr val="tx1"/>
          </a:solidFill>
          <a:latin typeface="+mn-lt"/>
          <a:cs typeface="B Mitra" pitchFamily="2" charset="-78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600">
          <a:solidFill>
            <a:schemeClr val="tx1"/>
          </a:solidFill>
          <a:latin typeface="+mn-lt"/>
          <a:cs typeface="B Mitra" pitchFamily="2" charset="-78"/>
        </a:defRPr>
      </a:lvl4pPr>
      <a:lvl5pPr marL="2057400" indent="-231775" algn="r" rtl="1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−"/>
        <a:defRPr sz="1200">
          <a:solidFill>
            <a:schemeClr val="tx1"/>
          </a:solidFill>
          <a:latin typeface="+mn-lt"/>
          <a:cs typeface="B Mitra" pitchFamily="2" charset="-78"/>
        </a:defRPr>
      </a:lvl5pPr>
      <a:lvl6pPr marL="25146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6pPr>
      <a:lvl7pPr marL="29718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7pPr>
      <a:lvl8pPr marL="34290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8pPr>
      <a:lvl9pPr marL="3886200" indent="-231775" algn="l" rtl="0" fontAlgn="base">
        <a:spcBef>
          <a:spcPct val="20000"/>
        </a:spcBef>
        <a:spcAft>
          <a:spcPct val="0"/>
        </a:spcAft>
        <a:buFont typeface="Arial" pitchFamily="34" charset="0"/>
        <a:buChar char="−"/>
        <a:defRPr sz="12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150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B32BC5A-82E3-4DE4-BB1A-C9AAA51826F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6" r:id="rId1"/>
    <p:sldLayoutId id="2147484907" r:id="rId2"/>
    <p:sldLayoutId id="2147484908" r:id="rId3"/>
    <p:sldLayoutId id="2147484909" r:id="rId4"/>
    <p:sldLayoutId id="2147484910" r:id="rId5"/>
    <p:sldLayoutId id="2147484911" r:id="rId6"/>
    <p:sldLayoutId id="2147484912" r:id="rId7"/>
    <p:sldLayoutId id="2147484913" r:id="rId8"/>
    <p:sldLayoutId id="2147484914" r:id="rId9"/>
    <p:sldLayoutId id="2147484915" r:id="rId10"/>
    <p:sldLayoutId id="214748491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ln w="9525"/>
        </p:spPr>
        <p:txBody>
          <a:bodyPr/>
          <a:lstStyle/>
          <a:p>
            <a:pPr rtl="1" eaLnBrk="1" hangingPunct="1"/>
            <a:r>
              <a:rPr lang="fa-IR" altLang="en-US" dirty="0" smtClean="0"/>
              <a:t>کتابخانه‌ها و بسته‌ها</a:t>
            </a:r>
            <a:endParaRPr lang="en-US" altLang="en-US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ln w="9525"/>
        </p:spPr>
        <p:txBody>
          <a:bodyPr/>
          <a:lstStyle/>
          <a:p>
            <a:pPr eaLnBrk="1" hangingPunct="1"/>
            <a:r>
              <a:rPr lang="en-US" altLang="en-US" dirty="0" smtClean="0"/>
              <a:t>Libraries and Packages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کتابخانه</a:t>
            </a:r>
            <a:endParaRPr lang="en-US" altLang="en-US" dirty="0" smtClean="0"/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85800" y="1517650"/>
            <a:ext cx="7772400" cy="4648200"/>
          </a:xfrm>
        </p:spPr>
        <p:txBody>
          <a:bodyPr/>
          <a:lstStyle/>
          <a:p>
            <a:r>
              <a:rPr lang="fa-IR" altLang="en-US" dirty="0" smtClean="0"/>
              <a:t>کتابخانه پیش‌فرض:</a:t>
            </a:r>
          </a:p>
          <a:p>
            <a:pPr lvl="1"/>
            <a:r>
              <a:rPr lang="fa-IR" altLang="en-US" dirty="0" smtClean="0"/>
              <a:t>کامپایل واحدهای طراحی </a:t>
            </a:r>
            <a:r>
              <a:rPr lang="fa-IR" altLang="en-US" dirty="0" smtClean="0">
                <a:sym typeface="Wingdings" panose="05000000000000000000" pitchFamily="2" charset="2"/>
              </a:rPr>
              <a:t></a:t>
            </a:r>
            <a:r>
              <a:rPr lang="fa-IR" altLang="en-US" dirty="0" smtClean="0"/>
              <a:t> در کتابخانه</a:t>
            </a:r>
          </a:p>
          <a:p>
            <a:pPr lvl="1"/>
            <a:r>
              <a:rPr lang="en-US" altLang="en-US" dirty="0" smtClean="0"/>
              <a:t>Work</a:t>
            </a:r>
            <a:r>
              <a:rPr lang="fa-IR" altLang="en-US" dirty="0" smtClean="0"/>
              <a:t> (مطابق استاندارد </a:t>
            </a:r>
            <a:r>
              <a:rPr lang="en-US" altLang="en-US" smtClean="0"/>
              <a:t>IEEE</a:t>
            </a:r>
            <a:r>
              <a:rPr lang="fa-IR" altLang="en-US" smtClean="0"/>
              <a:t>) نام محل مجازی پیش‌فرض</a:t>
            </a:r>
            <a:endParaRPr lang="fa-IR" altLang="en-US" dirty="0" smtClean="0"/>
          </a:p>
          <a:p>
            <a:pPr lvl="2"/>
            <a:r>
              <a:rPr lang="en-US" b="0" err="1" smtClean="0"/>
              <a:t>xil_defaultlib</a:t>
            </a:r>
            <a:r>
              <a:rPr lang="fa-IR" b="0" smtClean="0"/>
              <a:t> </a:t>
            </a:r>
            <a:r>
              <a:rPr lang="fa-IR" b="0" smtClean="0"/>
              <a:t>(محل فیزیکی کتابخانه پیش‌فرض در ابزار </a:t>
            </a:r>
            <a:r>
              <a:rPr lang="fa-IR" b="0" dirty="0" smtClean="0"/>
              <a:t>ویوادو)</a:t>
            </a:r>
          </a:p>
          <a:p>
            <a:pPr lvl="1"/>
            <a:endParaRPr lang="fa-IR" dirty="0"/>
          </a:p>
          <a:p>
            <a:pPr lvl="1"/>
            <a:r>
              <a:rPr lang="fa-IR" b="0" dirty="0" smtClean="0"/>
              <a:t>قابل تغییر هنگام کامپایل (تعریف پروژه جدید)</a:t>
            </a:r>
          </a:p>
          <a:p>
            <a:pPr lvl="2"/>
            <a:r>
              <a:rPr lang="fa-IR" dirty="0" smtClean="0"/>
              <a:t>مثلا </a:t>
            </a:r>
            <a:r>
              <a:rPr lang="en-US" dirty="0" err="1" smtClean="0"/>
              <a:t>MYLIB</a:t>
            </a:r>
            <a:endParaRPr lang="en-US" dirty="0" smtClean="0"/>
          </a:p>
          <a:p>
            <a:pPr lvl="2"/>
            <a:endParaRPr lang="fa-IR" dirty="0"/>
          </a:p>
          <a:p>
            <a:pPr lvl="1"/>
            <a:endParaRPr lang="en-US" b="0" dirty="0"/>
          </a:p>
          <a:p>
            <a:pPr lvl="1"/>
            <a:endParaRPr lang="fa-IR" altLang="en-US" dirty="0" smtClean="0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A2BFD91-672E-4B5D-9445-172FB814E872}" type="slidenum">
              <a:rPr lang="en-US" altLang="en-US" sz="1300">
                <a:latin typeface="Arial" panose="020B0604020202020204" pitchFamily="34" charset="0"/>
              </a:rPr>
              <a:pPr/>
              <a:t>2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بسته (</a:t>
            </a:r>
            <a:r>
              <a:rPr lang="en-US" altLang="en-US" dirty="0" smtClean="0"/>
              <a:t>Package</a:t>
            </a:r>
            <a:r>
              <a:rPr lang="fa-IR" altLang="en-US" dirty="0" smtClean="0"/>
              <a:t>)</a:t>
            </a:r>
            <a:endParaRPr lang="en-US" altLang="en-US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955675"/>
          </a:xfrm>
        </p:spPr>
        <p:txBody>
          <a:bodyPr/>
          <a:lstStyle/>
          <a:p>
            <a:r>
              <a:rPr lang="fa-IR" altLang="en-US" dirty="0" smtClean="0"/>
              <a:t>تعریف امکانات سودمند (</a:t>
            </a:r>
            <a:r>
              <a:rPr lang="en-US" altLang="en-US" dirty="0" smtClean="0"/>
              <a:t>utilities</a:t>
            </a:r>
            <a:r>
              <a:rPr lang="fa-IR" altLang="en-US" dirty="0" smtClean="0"/>
              <a:t>) در بسته:</a:t>
            </a:r>
          </a:p>
          <a:p>
            <a:pPr lvl="1"/>
            <a:r>
              <a:rPr lang="fa-IR" altLang="en-US" dirty="0" smtClean="0"/>
              <a:t>ثابت</a:t>
            </a:r>
          </a:p>
          <a:p>
            <a:pPr lvl="1"/>
            <a:r>
              <a:rPr lang="fa-IR" altLang="en-US" dirty="0" smtClean="0"/>
              <a:t>تابع</a:t>
            </a:r>
          </a:p>
          <a:p>
            <a:pPr lvl="1"/>
            <a:r>
              <a:rPr lang="fa-IR" altLang="en-US" dirty="0" smtClean="0"/>
              <a:t>روال</a:t>
            </a:r>
          </a:p>
          <a:p>
            <a:pPr lvl="1"/>
            <a:r>
              <a:rPr lang="fa-IR" altLang="en-US" dirty="0" smtClean="0"/>
              <a:t>اجزای سخت‌افزاری طراحی شده</a:t>
            </a:r>
          </a:p>
          <a:p>
            <a:pPr lvl="1"/>
            <a:r>
              <a:rPr lang="fa-IR" altLang="en-US" dirty="0" smtClean="0"/>
              <a:t>انواع داده</a:t>
            </a:r>
          </a:p>
          <a:p>
            <a:r>
              <a:rPr lang="fa-IR" altLang="en-US" dirty="0" smtClean="0"/>
              <a:t>کاربرد:</a:t>
            </a:r>
          </a:p>
          <a:p>
            <a:pPr lvl="1"/>
            <a:r>
              <a:rPr lang="fa-IR" altLang="en-US" dirty="0" smtClean="0"/>
              <a:t>در اختیار کسانی که از آنها استفاده می‌کنند</a:t>
            </a:r>
          </a:p>
          <a:p>
            <a:pPr lvl="1"/>
            <a:endParaRPr lang="fa-IR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7B3ECB-CF98-482A-B414-3C7BAE3DE400}" type="slidenum">
              <a:rPr lang="en-US" altLang="en-US" sz="1300">
                <a:latin typeface="Arial" panose="020B0604020202020204" pitchFamily="34" charset="0"/>
              </a:rPr>
              <a:pPr/>
              <a:t>3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667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بسته</a:t>
            </a:r>
            <a:endParaRPr lang="en-US" altLang="en-US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685800" y="868363"/>
            <a:ext cx="7772400" cy="955675"/>
          </a:xfrm>
        </p:spPr>
        <p:txBody>
          <a:bodyPr/>
          <a:lstStyle/>
          <a:p>
            <a:r>
              <a:rPr lang="fa-IR" altLang="en-US" dirty="0" smtClean="0"/>
              <a:t>تعریف سرایند بسته:</a:t>
            </a:r>
          </a:p>
          <a:p>
            <a:pPr lvl="1"/>
            <a:endParaRPr lang="fa-IR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7B3ECB-CF98-482A-B414-3C7BAE3DE400}" type="slidenum">
              <a:rPr lang="en-US" altLang="en-US" sz="1300">
                <a:latin typeface="Arial" panose="020B0604020202020204" pitchFamily="34" charset="0"/>
              </a:rPr>
              <a:pPr/>
              <a:t>4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151" name="Rectangle 2"/>
          <p:cNvSpPr>
            <a:spLocks noChangeArrowheads="1"/>
          </p:cNvSpPr>
          <p:nvPr/>
        </p:nvSpPr>
        <p:spPr bwMode="auto">
          <a:xfrm>
            <a:off x="395016" y="1505690"/>
            <a:ext cx="7848872" cy="3046988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package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MYPACK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INT_VECTOR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 (integer range &lt;&gt;) of integer;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MEM_BYTE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std_logic_vector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(7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MAX_BYTE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:= 255;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function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(M: integer; B: bit) return bit;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function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(M: real; B: bit) return bit;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procedure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MINMAX_FINDER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(signal A, B: in integer; variable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     MIN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MAX: out integer);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component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COUNTR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port (N: in integer;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CLK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in bit; RST: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   in 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bit;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CNT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out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bit_vector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); </a:t>
            </a:r>
            <a:endParaRPr lang="en-US" altLang="en-US" sz="1600" b="1" dirty="0" smtClean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</a:t>
            </a:r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end 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component;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MYPACK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بسته</a:t>
            </a:r>
            <a:endParaRPr lang="en-US" altLang="en-US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5076056" y="868363"/>
            <a:ext cx="3382144" cy="955675"/>
          </a:xfrm>
        </p:spPr>
        <p:txBody>
          <a:bodyPr/>
          <a:lstStyle/>
          <a:p>
            <a:r>
              <a:rPr lang="fa-IR" altLang="en-US" dirty="0" smtClean="0"/>
              <a:t>تعریف بدنه بسته:</a:t>
            </a:r>
          </a:p>
          <a:p>
            <a:pPr lvl="1"/>
            <a:endParaRPr lang="fa-IR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7B3ECB-CF98-482A-B414-3C7BAE3DE400}" type="slidenum">
              <a:rPr lang="en-US" altLang="en-US" sz="1300">
                <a:latin typeface="Arial" panose="020B0604020202020204" pitchFamily="34" charset="0"/>
              </a:rPr>
              <a:pPr/>
              <a:t>5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151" name="Rectangle 2"/>
          <p:cNvSpPr>
            <a:spLocks noChangeArrowheads="1"/>
          </p:cNvSpPr>
          <p:nvPr/>
        </p:nvSpPr>
        <p:spPr bwMode="auto">
          <a:xfrm>
            <a:off x="467544" y="878900"/>
            <a:ext cx="7848872" cy="55092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package body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MYPACK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constant 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 := 10;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type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AR1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is array (9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downto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0) of integer;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function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(M: integer; B: bit) return bit is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...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return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function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(M: real; B: bit) return bit is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variable 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...;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...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return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FUNC1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procedure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MINMAX_FINDER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(signal A, B: in integer; variable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                MIN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MAX: out integer) is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...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begin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...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end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MINMAX_FINDER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end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MYPACK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95758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 smtClean="0"/>
              <a:t>بسته و کتابخانه</a:t>
            </a:r>
            <a:endParaRPr lang="en-US" altLang="en-US" dirty="0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123728" y="868363"/>
            <a:ext cx="6334472" cy="955675"/>
          </a:xfrm>
        </p:spPr>
        <p:txBody>
          <a:bodyPr/>
          <a:lstStyle/>
          <a:p>
            <a:r>
              <a:rPr lang="fa-IR" altLang="en-US" dirty="0" smtClean="0"/>
              <a:t>استفاده از کتابخانه و بسته:</a:t>
            </a:r>
          </a:p>
          <a:p>
            <a:pPr lvl="1"/>
            <a:endParaRPr lang="fa-IR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7B3ECB-CF98-482A-B414-3C7BAE3DE400}" type="slidenum">
              <a:rPr lang="en-US" altLang="en-US" sz="1300">
                <a:latin typeface="Arial" panose="020B0604020202020204" pitchFamily="34" charset="0"/>
              </a:rPr>
              <a:pPr/>
              <a:t>6</a:t>
            </a:fld>
            <a:endParaRPr lang="en-US" altLang="en-US" sz="1300">
              <a:latin typeface="Arial" panose="020B0604020202020204" pitchFamily="34" charset="0"/>
            </a:endParaRPr>
          </a:p>
        </p:txBody>
      </p:sp>
      <p:sp>
        <p:nvSpPr>
          <p:cNvPr id="6151" name="Rectangle 2"/>
          <p:cNvSpPr>
            <a:spLocks noChangeArrowheads="1"/>
          </p:cNvSpPr>
          <p:nvPr/>
        </p:nvSpPr>
        <p:spPr bwMode="auto">
          <a:xfrm>
            <a:off x="2699792" y="2298758"/>
            <a:ext cx="3312368" cy="83099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ctr">
            <a:spAutoFit/>
          </a:bodyPr>
          <a:lstStyle>
            <a:lvl1pPr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l" rtl="0" eaLnBrk="0" fontAlgn="base" hangingPunct="0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library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MYLIB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use </a:t>
            </a:r>
            <a:r>
              <a:rPr lang="en-US" altLang="en-US" sz="1600" b="1" dirty="0" err="1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MYLIB.MYPACK.all</a:t>
            </a:r>
            <a:r>
              <a:rPr lang="en-US" altLang="en-US" sz="1600" b="1" dirty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en-US" sz="1600" b="1" dirty="0" smtClean="0">
                <a:solidFill>
                  <a:srgbClr val="0000CC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endParaRPr lang="en-US" altLang="en-US" sz="1600" b="1" dirty="0">
              <a:solidFill>
                <a:srgbClr val="0000CC"/>
              </a:solidFill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499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tion_template">
  <a:themeElements>
    <a:clrScheme name="1_presentation_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entation_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1_presentation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tion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tio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019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1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23179</TotalTime>
  <Words>349</Words>
  <Application>Microsoft Office PowerPoint</Application>
  <PresentationFormat>On-screen Show (4:3)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 Mitra</vt:lpstr>
      <vt:lpstr>B Titr</vt:lpstr>
      <vt:lpstr>Calibri</vt:lpstr>
      <vt:lpstr>Courier New</vt:lpstr>
      <vt:lpstr>Times New Roman</vt:lpstr>
      <vt:lpstr>Wingdings</vt:lpstr>
      <vt:lpstr>1_presentation_template</vt:lpstr>
      <vt:lpstr>Custom Design</vt:lpstr>
      <vt:lpstr>کتابخانه‌ها و بسته‌ها</vt:lpstr>
      <vt:lpstr>کتابخانه</vt:lpstr>
      <vt:lpstr>بسته (Package)</vt:lpstr>
      <vt:lpstr>بسته</vt:lpstr>
      <vt:lpstr>بسته</vt:lpstr>
      <vt:lpstr>بسته و کتابخانه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szamani</dc:creator>
  <cp:lastModifiedBy>M msz</cp:lastModifiedBy>
  <cp:revision>837</cp:revision>
  <dcterms:created xsi:type="dcterms:W3CDTF">1601-01-01T00:00:00Z</dcterms:created>
  <dcterms:modified xsi:type="dcterms:W3CDTF">2024-04-09T06:32:56Z</dcterms:modified>
</cp:coreProperties>
</file>