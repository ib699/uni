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8" r:id="rId1"/>
  </p:sldMasterIdLst>
  <p:notesMasterIdLst>
    <p:notesMasterId r:id="rId18"/>
  </p:notesMasterIdLst>
  <p:sldIdLst>
    <p:sldId id="271" r:id="rId2"/>
    <p:sldId id="270" r:id="rId3"/>
    <p:sldId id="554" r:id="rId4"/>
    <p:sldId id="473" r:id="rId5"/>
    <p:sldId id="558" r:id="rId6"/>
    <p:sldId id="556" r:id="rId7"/>
    <p:sldId id="475" r:id="rId8"/>
    <p:sldId id="565" r:id="rId9"/>
    <p:sldId id="566" r:id="rId10"/>
    <p:sldId id="523" r:id="rId11"/>
    <p:sldId id="557" r:id="rId12"/>
    <p:sldId id="478" r:id="rId13"/>
    <p:sldId id="477" r:id="rId14"/>
    <p:sldId id="559" r:id="rId15"/>
    <p:sldId id="567" r:id="rId16"/>
    <p:sldId id="298" r:id="rId17"/>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46FD"/>
    <a:srgbClr val="FF6600"/>
    <a:srgbClr val="6128F0"/>
    <a:srgbClr val="008000"/>
    <a:srgbClr val="FF9900"/>
    <a:srgbClr val="66FF66"/>
    <a:srgbClr val="008080"/>
    <a:srgbClr val="CC0099"/>
    <a:srgbClr val="FF0000"/>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822" autoAdjust="0"/>
    <p:restoredTop sz="80993" autoAdjust="0"/>
  </p:normalViewPr>
  <p:slideViewPr>
    <p:cSldViewPr>
      <p:cViewPr>
        <p:scale>
          <a:sx n="90" d="100"/>
          <a:sy n="90" d="100"/>
        </p:scale>
        <p:origin x="1812" y="144"/>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defRPr>
            </a:lvl1pPr>
          </a:lstStyle>
          <a:p>
            <a:pPr>
              <a:defRPr/>
            </a:pPr>
            <a:fld id="{45A470DC-7C81-4DA4-8C0B-00C3524FB74D}" type="datetimeFigureOut">
              <a:rPr lang="en-US"/>
              <a:pPr>
                <a:defRPr/>
              </a:pPr>
              <a:t>5/21/2021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charset="0"/>
              </a:defRPr>
            </a:lvl1pPr>
          </a:lstStyle>
          <a:p>
            <a:pPr>
              <a:defRPr/>
            </a:pPr>
            <a:fld id="{7733EA2D-6917-409E-A3B4-BA2E769CB8AC}" type="slidenum">
              <a:rPr lang="en-US"/>
              <a:pPr>
                <a:defRPr/>
              </a:pPr>
              <a:t>‹#›</a:t>
            </a:fld>
            <a:endParaRPr lang="en-US"/>
          </a:p>
        </p:txBody>
      </p:sp>
    </p:spTree>
    <p:extLst>
      <p:ext uri="{BB962C8B-B14F-4D97-AF65-F5344CB8AC3E}">
        <p14:creationId xmlns:p14="http://schemas.microsoft.com/office/powerpoint/2010/main" val="330308114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1</a:t>
            </a:fld>
            <a:endParaRPr lang="en-US"/>
          </a:p>
        </p:txBody>
      </p:sp>
    </p:spTree>
    <p:extLst>
      <p:ext uri="{BB962C8B-B14F-4D97-AF65-F5344CB8AC3E}">
        <p14:creationId xmlns:p14="http://schemas.microsoft.com/office/powerpoint/2010/main" val="15318689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2</a:t>
            </a:fld>
            <a:endParaRPr lang="en-US"/>
          </a:p>
        </p:txBody>
      </p:sp>
    </p:spTree>
    <p:extLst>
      <p:ext uri="{BB962C8B-B14F-4D97-AF65-F5344CB8AC3E}">
        <p14:creationId xmlns:p14="http://schemas.microsoft.com/office/powerpoint/2010/main" val="27239792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استفاده از حافظه مشترک دسترسی به </a:t>
            </a:r>
            <a:r>
              <a:rPr lang="en-US" dirty="0" err="1"/>
              <a:t>partialSum</a:t>
            </a:r>
            <a:r>
              <a:rPr lang="fa-IR" dirty="0"/>
              <a:t> را بهبود میدهد</a:t>
            </a:r>
            <a:endParaRPr lang="en-US" dirty="0"/>
          </a:p>
        </p:txBody>
      </p:sp>
      <p:sp>
        <p:nvSpPr>
          <p:cNvPr id="4" name="Slide Number Placeholder 3"/>
          <p:cNvSpPr>
            <a:spLocks noGrp="1"/>
          </p:cNvSpPr>
          <p:nvPr>
            <p:ph type="sldNum" sz="quarter" idx="5"/>
          </p:nvPr>
        </p:nvSpPr>
        <p:spPr/>
        <p:txBody>
          <a:bodyPr/>
          <a:lstStyle/>
          <a:p>
            <a:pPr>
              <a:defRPr/>
            </a:pPr>
            <a:fld id="{7733EA2D-6917-409E-A3B4-BA2E769CB8AC}" type="slidenum">
              <a:rPr lang="en-US" smtClean="0"/>
              <a:pPr>
                <a:defRPr/>
              </a:pPr>
              <a:t>4</a:t>
            </a:fld>
            <a:endParaRPr lang="en-US"/>
          </a:p>
        </p:txBody>
      </p:sp>
    </p:spTree>
    <p:extLst>
      <p:ext uri="{BB962C8B-B14F-4D97-AF65-F5344CB8AC3E}">
        <p14:creationId xmlns:p14="http://schemas.microsoft.com/office/powerpoint/2010/main" val="33917583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4" name="Rectangle 3"/>
          <p:cNvSpPr/>
          <p:nvPr/>
        </p:nvSpPr>
        <p:spPr bwMode="white">
          <a:xfrm>
            <a:off x="0" y="5970588"/>
            <a:ext cx="9144000" cy="887412"/>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p:cNvSpPr/>
          <p:nvPr/>
        </p:nvSpPr>
        <p:spPr>
          <a:xfrm>
            <a:off x="-9525" y="6053138"/>
            <a:ext cx="2249488" cy="712787"/>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2359025" y="6043613"/>
            <a:ext cx="6784975" cy="714375"/>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lang="en-US" dirty="0"/>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7" name="Date Placeholder 27"/>
          <p:cNvSpPr>
            <a:spLocks noGrp="1"/>
          </p:cNvSpPr>
          <p:nvPr>
            <p:ph type="dt" sz="half" idx="10"/>
          </p:nvPr>
        </p:nvSpPr>
        <p:spPr>
          <a:xfrm>
            <a:off x="76200" y="6069013"/>
            <a:ext cx="2057400" cy="685800"/>
          </a:xfrm>
        </p:spPr>
        <p:txBody>
          <a:bodyPr>
            <a:noAutofit/>
          </a:bodyPr>
          <a:lstStyle>
            <a:lvl1pPr algn="ctr">
              <a:defRPr sz="2000">
                <a:solidFill>
                  <a:srgbClr val="FFFFFF"/>
                </a:solidFill>
              </a:defRPr>
            </a:lvl1pPr>
          </a:lstStyle>
          <a:p>
            <a:pPr>
              <a:defRPr/>
            </a:pPr>
            <a:r>
              <a:rPr lang="en-US" altLang="en-US"/>
              <a:t>برنامه‌نویسی چند‌هسته‌ای</a:t>
            </a:r>
          </a:p>
        </p:txBody>
      </p:sp>
      <p:sp>
        <p:nvSpPr>
          <p:cNvPr id="10" name="Footer Placeholder 16"/>
          <p:cNvSpPr>
            <a:spLocks noGrp="1"/>
          </p:cNvSpPr>
          <p:nvPr>
            <p:ph type="ftr" sz="quarter" idx="11"/>
          </p:nvPr>
        </p:nvSpPr>
        <p:spPr>
          <a:xfrm>
            <a:off x="2085975" y="236538"/>
            <a:ext cx="5867400" cy="365125"/>
          </a:xfrm>
        </p:spPr>
        <p:txBody>
          <a:bodyPr/>
          <a:lstStyle>
            <a:lvl1pPr algn="r">
              <a:defRPr>
                <a:solidFill>
                  <a:schemeClr val="tx2"/>
                </a:solidFill>
              </a:defRPr>
            </a:lvl1pPr>
          </a:lstStyle>
          <a:p>
            <a:pPr>
              <a:defRPr/>
            </a:pPr>
            <a:r>
              <a:rPr lang="fa-IR" altLang="en-US"/>
              <a:t>8- برنامه‌نویسی پردازنده گرافیکی با </a:t>
            </a:r>
            <a:r>
              <a:rPr lang="en-US" altLang="en-US"/>
              <a:t>CUDA</a:t>
            </a:r>
            <a:endParaRPr lang="en-US" altLang="en-US" dirty="0"/>
          </a:p>
        </p:txBody>
      </p:sp>
      <p:sp>
        <p:nvSpPr>
          <p:cNvPr id="11"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pPr>
              <a:defRPr/>
            </a:pPr>
            <a:fld id="{C3B93544-E515-4998-91FF-24DFE15CC0DF}" type="slidenum">
              <a:rPr lang="en-US" altLang="en-US"/>
              <a:pPr>
                <a:defRPr/>
              </a:pPr>
              <a:t>‹#›</a:t>
            </a:fld>
            <a:endParaRPr lang="en-US" altLang="en-US"/>
          </a:p>
        </p:txBody>
      </p:sp>
    </p:spTree>
    <p:extLst>
      <p:ext uri="{BB962C8B-B14F-4D97-AF65-F5344CB8AC3E}">
        <p14:creationId xmlns:p14="http://schemas.microsoft.com/office/powerpoint/2010/main" val="302612857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685800"/>
          </a:xfrm>
        </p:spPr>
        <p:txBody>
          <a:bodyPr/>
          <a:lstStyle>
            <a:lvl1pPr algn="r" rtl="1">
              <a:defRPr baseline="0">
                <a:cs typeface="B Nazanin" panose="00000400000000000000" pitchFamily="2" charset="-78"/>
              </a:defRPr>
            </a:lvl1pPr>
          </a:lstStyle>
          <a:p>
            <a:r>
              <a:rPr lang="en-US" dirty="0"/>
              <a:t>Click to edit Master title style</a:t>
            </a:r>
          </a:p>
        </p:txBody>
      </p:sp>
      <p:sp>
        <p:nvSpPr>
          <p:cNvPr id="8" name="Content Placeholder 7"/>
          <p:cNvSpPr>
            <a:spLocks noGrp="1"/>
          </p:cNvSpPr>
          <p:nvPr>
            <p:ph sz="quarter" idx="1"/>
          </p:nvPr>
        </p:nvSpPr>
        <p:spPr>
          <a:xfrm>
            <a:off x="612648" y="1219200"/>
            <a:ext cx="8153400" cy="4876800"/>
          </a:xfrm>
        </p:spPr>
        <p:txBody>
          <a:bodyPr/>
          <a:lstStyle>
            <a:lvl1pPr algn="r" rtl="1">
              <a:defRPr sz="2800" baseline="0">
                <a:cs typeface="B Nazanin" panose="00000400000000000000" pitchFamily="2" charset="-78"/>
              </a:defRPr>
            </a:lvl1pPr>
            <a:lvl2pPr algn="r" rtl="1">
              <a:defRPr sz="2400" baseline="0">
                <a:cs typeface="B Nazanin" panose="00000400000000000000" pitchFamily="2" charset="-78"/>
              </a:defRPr>
            </a:lvl2pPr>
            <a:lvl3pPr algn="r" rtl="1">
              <a:defRPr sz="2000" baseline="0">
                <a:cs typeface="B Nazanin" panose="00000400000000000000" pitchFamily="2" charset="-78"/>
              </a:defRPr>
            </a:lvl3pPr>
            <a:lvl4pPr algn="r" rtl="1">
              <a:defRPr sz="1800" baseline="0">
                <a:cs typeface="B Nazanin" panose="00000400000000000000" pitchFamily="2" charset="-78"/>
              </a:defRPr>
            </a:lvl4pPr>
            <a:lvl5pPr algn="r" rtl="1">
              <a:defRPr sz="1800" baseline="0">
                <a:cs typeface="B Nazanin" panose="00000400000000000000" pitchFamily="2" charset="-78"/>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rtl="1">
              <a:defRPr baseline="0">
                <a:cs typeface="B Nazanin" panose="00000400000000000000" pitchFamily="2" charset="-78"/>
              </a:defRPr>
            </a:lvl1pPr>
          </a:lstStyle>
          <a:p>
            <a:pPr>
              <a:defRPr/>
            </a:pPr>
            <a:r>
              <a:rPr lang="en-US" altLang="en-US"/>
              <a:t>برنامه‌نویسی چند‌هسته‌ای</a:t>
            </a:r>
          </a:p>
        </p:txBody>
      </p:sp>
      <p:sp>
        <p:nvSpPr>
          <p:cNvPr id="5" name="Footer Placeholder 4"/>
          <p:cNvSpPr>
            <a:spLocks noGrp="1"/>
          </p:cNvSpPr>
          <p:nvPr>
            <p:ph type="ftr" sz="quarter" idx="11"/>
          </p:nvPr>
        </p:nvSpPr>
        <p:spPr>
          <a:xfrm>
            <a:off x="1195388" y="6248400"/>
            <a:ext cx="4811712" cy="381000"/>
          </a:xfrm>
        </p:spPr>
        <p:txBody>
          <a:bodyPr/>
          <a:lstStyle>
            <a:lvl1pPr rtl="1">
              <a:defRPr baseline="0">
                <a:cs typeface="B Nazanin" panose="00000400000000000000" pitchFamily="2" charset="-78"/>
              </a:defRPr>
            </a:lvl1pPr>
          </a:lstStyle>
          <a:p>
            <a:pPr>
              <a:defRPr/>
            </a:pPr>
            <a:r>
              <a:rPr lang="fa-IR" altLang="en-US"/>
              <a:t>8-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lstStyle>
            <a:lvl1pPr rtl="1">
              <a:defRPr baseline="0">
                <a:solidFill>
                  <a:srgbClr val="FFFFFF"/>
                </a:solidFill>
                <a:cs typeface="B Nazanin" panose="00000400000000000000" pitchFamily="2" charset="-78"/>
              </a:defRPr>
            </a:lvl1pPr>
          </a:lstStyle>
          <a:p>
            <a:pPr>
              <a:defRPr/>
            </a:pPr>
            <a:fld id="{F8A5C899-0CF2-4984-AB7A-C737EF720B98}" type="slidenum">
              <a:rPr lang="en-US" altLang="en-US" smtClean="0"/>
              <a:pPr>
                <a:defRPr/>
              </a:pPr>
              <a:t>‹#›</a:t>
            </a:fld>
            <a:endParaRPr lang="en-US" altLang="en-US" dirty="0"/>
          </a:p>
        </p:txBody>
      </p:sp>
    </p:spTree>
    <p:extLst>
      <p:ext uri="{BB962C8B-B14F-4D97-AF65-F5344CB8AC3E}">
        <p14:creationId xmlns:p14="http://schemas.microsoft.com/office/powerpoint/2010/main" val="19045846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 name="Text Placeholder 2"/>
          <p:cNvSpPr>
            <a:spLocks noGrp="1"/>
          </p:cNvSpPr>
          <p:nvPr>
            <p:ph type="body" idx="1"/>
          </p:nvPr>
        </p:nvSpPr>
        <p:spPr>
          <a:xfrm>
            <a:off x="1371600" y="2743200"/>
            <a:ext cx="7123113" cy="1673225"/>
          </a:xfrm>
        </p:spPr>
        <p:txBody>
          <a:bodyPr/>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lang="en-US"/>
              <a:t>Click to edit Master title style</a:t>
            </a:r>
          </a:p>
        </p:txBody>
      </p:sp>
      <p:sp>
        <p:nvSpPr>
          <p:cNvPr id="7" name="Date Placeholder 11"/>
          <p:cNvSpPr>
            <a:spLocks noGrp="1"/>
          </p:cNvSpPr>
          <p:nvPr>
            <p:ph type="dt" sz="half" idx="10"/>
          </p:nvPr>
        </p:nvSpPr>
        <p:spPr/>
        <p:txBody>
          <a:bodyPr/>
          <a:lstStyle>
            <a:lvl1pPr>
              <a:defRPr/>
            </a:lvl1pPr>
          </a:lstStyle>
          <a:p>
            <a:pPr>
              <a:defRPr/>
            </a:pPr>
            <a:r>
              <a:rPr lang="en-US" altLang="en-US"/>
              <a:t>برنامه‌نویسی چند‌هسته‌ای</a:t>
            </a:r>
          </a:p>
        </p:txBody>
      </p:sp>
      <p:sp>
        <p:nvSpPr>
          <p:cNvPr id="8" name="Slide Number Placeholder 12"/>
          <p:cNvSpPr>
            <a:spLocks noGrp="1"/>
          </p:cNvSpPr>
          <p:nvPr>
            <p:ph type="sldNum" sz="quarter" idx="11"/>
          </p:nvPr>
        </p:nvSpPr>
        <p:spPr>
          <a:xfrm>
            <a:off x="0" y="1752600"/>
            <a:ext cx="1295400" cy="701675"/>
          </a:xfrm>
        </p:spPr>
        <p:txBody>
          <a:bodyPr>
            <a:noAutofit/>
          </a:bodyPr>
          <a:lstStyle>
            <a:lvl1pPr>
              <a:defRPr sz="2400">
                <a:solidFill>
                  <a:srgbClr val="FFFFFF"/>
                </a:solidFill>
              </a:defRPr>
            </a:lvl1pPr>
          </a:lstStyle>
          <a:p>
            <a:pPr>
              <a:defRPr/>
            </a:pPr>
            <a:fld id="{D1C4AC28-1BAE-4DCD-93DB-8AD7F1A46763}" type="slidenum">
              <a:rPr lang="en-US" altLang="en-US"/>
              <a:pPr>
                <a:defRPr/>
              </a:pPr>
              <a:t>‹#›</a:t>
            </a:fld>
            <a:endParaRPr lang="en-US" altLang="en-US"/>
          </a:p>
        </p:txBody>
      </p:sp>
      <p:sp>
        <p:nvSpPr>
          <p:cNvPr id="9" name="Footer Placeholder 13"/>
          <p:cNvSpPr>
            <a:spLocks noGrp="1"/>
          </p:cNvSpPr>
          <p:nvPr>
            <p:ph type="ftr" sz="quarter" idx="12"/>
          </p:nvPr>
        </p:nvSpPr>
        <p:spPr/>
        <p:txBody>
          <a:bodyPr/>
          <a:lstStyle>
            <a:lvl1pPr>
              <a:defRPr/>
            </a:lvl1pPr>
          </a:lstStyle>
          <a:p>
            <a:pPr>
              <a:defRPr/>
            </a:pPr>
            <a:r>
              <a:rPr lang="fa-IR" altLang="en-US"/>
              <a:t>8- برنامه‌نویسی پردازنده گرافیکی با </a:t>
            </a:r>
            <a:r>
              <a:rPr lang="en-US" altLang="en-US"/>
              <a:t>CUDA</a:t>
            </a:r>
          </a:p>
        </p:txBody>
      </p:sp>
    </p:spTree>
    <p:extLst>
      <p:ext uri="{BB962C8B-B14F-4D97-AF65-F5344CB8AC3E}">
        <p14:creationId xmlns:p14="http://schemas.microsoft.com/office/powerpoint/2010/main" val="27978232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844901"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7"/>
          <p:cNvSpPr>
            <a:spLocks noGrp="1"/>
          </p:cNvSpPr>
          <p:nvPr>
            <p:ph type="dt" sz="half" idx="10"/>
          </p:nvPr>
        </p:nvSpPr>
        <p:spPr/>
        <p:txBody>
          <a:bodyPr rtlCol="0"/>
          <a:lstStyle>
            <a:lvl1pPr>
              <a:defRPr/>
            </a:lvl1pPr>
          </a:lstStyle>
          <a:p>
            <a:pPr>
              <a:defRPr/>
            </a:pPr>
            <a:r>
              <a:rPr lang="en-US" altLang="en-US"/>
              <a:t>برنامه‌نویسی چند‌هسته‌ای</a:t>
            </a:r>
          </a:p>
        </p:txBody>
      </p:sp>
      <p:sp>
        <p:nvSpPr>
          <p:cNvPr id="6" name="Slide Number Placeholder 9"/>
          <p:cNvSpPr>
            <a:spLocks noGrp="1"/>
          </p:cNvSpPr>
          <p:nvPr>
            <p:ph type="sldNum" sz="quarter" idx="11"/>
          </p:nvPr>
        </p:nvSpPr>
        <p:spPr/>
        <p:txBody>
          <a:bodyPr rtlCol="0"/>
          <a:lstStyle>
            <a:lvl1pPr>
              <a:defRPr/>
            </a:lvl1pPr>
          </a:lstStyle>
          <a:p>
            <a:pPr>
              <a:defRPr/>
            </a:pPr>
            <a:fld id="{C8273399-FC00-468E-8297-A5C757E77729}" type="slidenum">
              <a:rPr lang="en-US" altLang="en-US"/>
              <a:pPr>
                <a:defRPr/>
              </a:pPr>
              <a:t>‹#›</a:t>
            </a:fld>
            <a:endParaRPr lang="en-US" altLang="en-US"/>
          </a:p>
        </p:txBody>
      </p:sp>
      <p:sp>
        <p:nvSpPr>
          <p:cNvPr id="7" name="Footer Placeholder 11"/>
          <p:cNvSpPr>
            <a:spLocks noGrp="1"/>
          </p:cNvSpPr>
          <p:nvPr>
            <p:ph type="ftr" sz="quarter" idx="12"/>
          </p:nvPr>
        </p:nvSpPr>
        <p:spPr/>
        <p:txBody>
          <a:bodyPr rtlCol="0"/>
          <a:lstStyle>
            <a:lvl1pPr>
              <a:defRPr/>
            </a:lvl1pPr>
          </a:lstStyle>
          <a:p>
            <a:pPr>
              <a:defRPr/>
            </a:pPr>
            <a:r>
              <a:rPr lang="fa-IR" altLang="en-US"/>
              <a:t>8- برنامه‌نویسی پردازنده گرافیکی با </a:t>
            </a:r>
            <a:r>
              <a:rPr lang="en-US" altLang="en-US"/>
              <a:t>CUDA</a:t>
            </a:r>
          </a:p>
        </p:txBody>
      </p:sp>
    </p:spTree>
    <p:extLst>
      <p:ext uri="{BB962C8B-B14F-4D97-AF65-F5344CB8AC3E}">
        <p14:creationId xmlns:p14="http://schemas.microsoft.com/office/powerpoint/2010/main" val="2696597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lstStyle>
            <a:lvl1pPr>
              <a:defRPr/>
            </a:lvl1pPr>
          </a:lstStyle>
          <a:p>
            <a:r>
              <a:rPr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800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7" name="Date Placeholder 9"/>
          <p:cNvSpPr>
            <a:spLocks noGrp="1"/>
          </p:cNvSpPr>
          <p:nvPr>
            <p:ph type="dt" sz="half" idx="10"/>
          </p:nvPr>
        </p:nvSpPr>
        <p:spPr/>
        <p:txBody>
          <a:bodyPr rtlCol="0"/>
          <a:lstStyle>
            <a:lvl1pPr>
              <a:defRPr/>
            </a:lvl1pPr>
          </a:lstStyle>
          <a:p>
            <a:pPr>
              <a:defRPr/>
            </a:pPr>
            <a:r>
              <a:rPr lang="en-US" altLang="en-US"/>
              <a:t>برنامه‌نویسی چند‌هسته‌ای</a:t>
            </a:r>
          </a:p>
        </p:txBody>
      </p:sp>
      <p:sp>
        <p:nvSpPr>
          <p:cNvPr id="8" name="Slide Number Placeholder 11"/>
          <p:cNvSpPr>
            <a:spLocks noGrp="1"/>
          </p:cNvSpPr>
          <p:nvPr>
            <p:ph type="sldNum" sz="quarter" idx="11"/>
          </p:nvPr>
        </p:nvSpPr>
        <p:spPr/>
        <p:txBody>
          <a:bodyPr rtlCol="0"/>
          <a:lstStyle>
            <a:lvl1pPr>
              <a:defRPr/>
            </a:lvl1pPr>
          </a:lstStyle>
          <a:p>
            <a:pPr>
              <a:defRPr/>
            </a:pPr>
            <a:fld id="{B5EE0C74-F63E-4D14-B3D9-88056494A6C0}" type="slidenum">
              <a:rPr lang="en-US" altLang="en-US"/>
              <a:pPr>
                <a:defRPr/>
              </a:pPr>
              <a:t>‹#›</a:t>
            </a:fld>
            <a:endParaRPr lang="en-US" altLang="en-US"/>
          </a:p>
        </p:txBody>
      </p:sp>
      <p:sp>
        <p:nvSpPr>
          <p:cNvPr id="9" name="Footer Placeholder 13"/>
          <p:cNvSpPr>
            <a:spLocks noGrp="1"/>
          </p:cNvSpPr>
          <p:nvPr>
            <p:ph type="ftr" sz="quarter" idx="12"/>
          </p:nvPr>
        </p:nvSpPr>
        <p:spPr/>
        <p:txBody>
          <a:bodyPr rtlCol="0"/>
          <a:lstStyle>
            <a:lvl1pPr>
              <a:defRPr/>
            </a:lvl1pPr>
          </a:lstStyle>
          <a:p>
            <a:pPr>
              <a:defRPr/>
            </a:pPr>
            <a:r>
              <a:rPr lang="fa-IR" altLang="en-US"/>
              <a:t>8- برنامه‌نویسی پردازنده گرافیکی با </a:t>
            </a:r>
            <a:r>
              <a:rPr lang="en-US" altLang="en-US"/>
              <a:t>CUDA</a:t>
            </a:r>
          </a:p>
        </p:txBody>
      </p:sp>
    </p:spTree>
    <p:extLst>
      <p:ext uri="{BB962C8B-B14F-4D97-AF65-F5344CB8AC3E}">
        <p14:creationId xmlns:p14="http://schemas.microsoft.com/office/powerpoint/2010/main" val="36389807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p:cNvSpPr>
            <a:spLocks noGrp="1"/>
          </p:cNvSpPr>
          <p:nvPr>
            <p:ph type="dt" sz="half" idx="10"/>
          </p:nvPr>
        </p:nvSpPr>
        <p:spPr/>
        <p:txBody>
          <a:bodyPr/>
          <a:lstStyle>
            <a:lvl1pPr>
              <a:defRPr/>
            </a:lvl1pPr>
          </a:lstStyle>
          <a:p>
            <a:pPr>
              <a:defRPr/>
            </a:pPr>
            <a:r>
              <a:rPr lang="en-US" altLang="en-US"/>
              <a:t>برنامه‌نویسی چند‌هسته‌ای</a:t>
            </a:r>
            <a:endParaRPr lang="en-US" altLang="en-US" dirty="0"/>
          </a:p>
        </p:txBody>
      </p:sp>
      <p:sp>
        <p:nvSpPr>
          <p:cNvPr id="4" name="Footer Placeholder 2"/>
          <p:cNvSpPr>
            <a:spLocks noGrp="1"/>
          </p:cNvSpPr>
          <p:nvPr>
            <p:ph type="ftr" sz="quarter" idx="11"/>
          </p:nvPr>
        </p:nvSpPr>
        <p:spPr/>
        <p:txBody>
          <a:bodyPr/>
          <a:lstStyle>
            <a:lvl1pPr>
              <a:defRPr/>
            </a:lvl1pPr>
          </a:lstStyle>
          <a:p>
            <a:pPr>
              <a:defRPr/>
            </a:pPr>
            <a:r>
              <a:rPr lang="fa-IR" altLang="en-US"/>
              <a:t>8- برنامه‌نویسی پردازنده گرافیکی با </a:t>
            </a:r>
            <a:r>
              <a:rPr lang="en-US" altLang="en-US"/>
              <a:t>CUDA</a:t>
            </a:r>
            <a:endParaRPr lang="en-US" altLang="en-US" dirty="0"/>
          </a:p>
        </p:txBody>
      </p:sp>
      <p:sp>
        <p:nvSpPr>
          <p:cNvPr id="5" name="Slide Number Placeholder 22"/>
          <p:cNvSpPr>
            <a:spLocks noGrp="1"/>
          </p:cNvSpPr>
          <p:nvPr>
            <p:ph type="sldNum" sz="quarter" idx="12"/>
          </p:nvPr>
        </p:nvSpPr>
        <p:spPr/>
        <p:txBody>
          <a:bodyPr/>
          <a:lstStyle>
            <a:lvl1pPr>
              <a:defRPr/>
            </a:lvl1pPr>
          </a:lstStyle>
          <a:p>
            <a:pPr>
              <a:defRPr/>
            </a:pPr>
            <a:fld id="{D5051E03-F727-4562-A6EF-A0FC89A14B1C}" type="slidenum">
              <a:rPr lang="en-US" altLang="en-US"/>
              <a:pPr>
                <a:defRPr/>
              </a:pPr>
              <a:t>‹#›</a:t>
            </a:fld>
            <a:endParaRPr lang="en-US" altLang="en-US" dirty="0"/>
          </a:p>
        </p:txBody>
      </p:sp>
    </p:spTree>
    <p:extLst>
      <p:ext uri="{BB962C8B-B14F-4D97-AF65-F5344CB8AC3E}">
        <p14:creationId xmlns:p14="http://schemas.microsoft.com/office/powerpoint/2010/main" val="11713323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r>
              <a:rPr lang="en-US" altLang="en-US"/>
              <a:t>برنامه‌نویسی چند‌هسته‌ای</a:t>
            </a:r>
          </a:p>
        </p:txBody>
      </p:sp>
      <p:sp>
        <p:nvSpPr>
          <p:cNvPr id="3" name="Footer Placeholder 2"/>
          <p:cNvSpPr>
            <a:spLocks noGrp="1"/>
          </p:cNvSpPr>
          <p:nvPr>
            <p:ph type="ftr" sz="quarter" idx="11"/>
          </p:nvPr>
        </p:nvSpPr>
        <p:spPr/>
        <p:txBody>
          <a:bodyPr/>
          <a:lstStyle>
            <a:lvl1pPr>
              <a:defRPr/>
            </a:lvl1pPr>
          </a:lstStyle>
          <a:p>
            <a:pPr>
              <a:defRPr/>
            </a:pPr>
            <a:r>
              <a:rPr lang="fa-IR" altLang="en-US"/>
              <a:t>8- برنامه‌نویسی پردازنده گرافیکی با </a:t>
            </a:r>
            <a:r>
              <a:rPr lang="en-US" altLang="en-US"/>
              <a:t>CUDA</a:t>
            </a:r>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pPr>
              <a:defRPr/>
            </a:pPr>
            <a:fld id="{1447DC95-5854-4724-B6D6-20751119913D}" type="slidenum">
              <a:rPr lang="en-US" altLang="en-US"/>
              <a:pPr>
                <a:defRPr/>
              </a:pPr>
              <a:t>‹#›</a:t>
            </a:fld>
            <a:endParaRPr lang="en-US" altLang="en-US"/>
          </a:p>
        </p:txBody>
      </p:sp>
    </p:spTree>
    <p:extLst>
      <p:ext uri="{BB962C8B-B14F-4D97-AF65-F5344CB8AC3E}">
        <p14:creationId xmlns:p14="http://schemas.microsoft.com/office/powerpoint/2010/main" val="2548285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lstStyle>
            <a:lvl1pPr algn="l">
              <a:buNone/>
              <a:defRPr sz="4400" b="0"/>
            </a:lvl1pPr>
          </a:lstStyle>
          <a:p>
            <a:r>
              <a:rPr lang="en-US"/>
              <a:t>Click to edit Master title style</a:t>
            </a:r>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a:lvl1pPr>
          </a:lstStyle>
          <a:p>
            <a:pPr>
              <a:defRPr/>
            </a:pPr>
            <a:r>
              <a:rPr lang="en-US" altLang="en-US"/>
              <a:t>برنامه‌نویسی چند‌هسته‌ای</a:t>
            </a:r>
            <a:endParaRPr lang="en-US" altLang="en-US" dirty="0"/>
          </a:p>
        </p:txBody>
      </p:sp>
      <p:sp>
        <p:nvSpPr>
          <p:cNvPr id="6" name="Footer Placeholder 2"/>
          <p:cNvSpPr>
            <a:spLocks noGrp="1"/>
          </p:cNvSpPr>
          <p:nvPr>
            <p:ph type="ftr" sz="quarter" idx="11"/>
          </p:nvPr>
        </p:nvSpPr>
        <p:spPr/>
        <p:txBody>
          <a:bodyPr/>
          <a:lstStyle>
            <a:lvl1pPr>
              <a:defRPr/>
            </a:lvl1pPr>
          </a:lstStyle>
          <a:p>
            <a:pPr>
              <a:defRPr/>
            </a:pPr>
            <a:r>
              <a:rPr lang="fa-IR" altLang="en-US"/>
              <a:t>8- برنامه‌نویسی پردازنده گرافیکی با </a:t>
            </a:r>
            <a:r>
              <a:rPr lang="en-US" altLang="en-US"/>
              <a:t>CUDA</a:t>
            </a:r>
            <a:endParaRPr lang="en-US" altLang="en-US" dirty="0"/>
          </a:p>
        </p:txBody>
      </p:sp>
      <p:sp>
        <p:nvSpPr>
          <p:cNvPr id="7" name="Slide Number Placeholder 22"/>
          <p:cNvSpPr>
            <a:spLocks noGrp="1"/>
          </p:cNvSpPr>
          <p:nvPr>
            <p:ph type="sldNum" sz="quarter" idx="12"/>
          </p:nvPr>
        </p:nvSpPr>
        <p:spPr/>
        <p:txBody>
          <a:bodyPr/>
          <a:lstStyle>
            <a:lvl1pPr>
              <a:defRPr/>
            </a:lvl1pPr>
          </a:lstStyle>
          <a:p>
            <a:pPr>
              <a:defRPr/>
            </a:pPr>
            <a:fld id="{7B626475-5554-4527-8CFD-5B621BF7CCBE}" type="slidenum">
              <a:rPr lang="en-US" altLang="en-US"/>
              <a:pPr>
                <a:defRPr/>
              </a:pPr>
              <a:t>‹#›</a:t>
            </a:fld>
            <a:endParaRPr lang="en-US" altLang="en-US" dirty="0"/>
          </a:p>
        </p:txBody>
      </p:sp>
    </p:spTree>
    <p:extLst>
      <p:ext uri="{BB962C8B-B14F-4D97-AF65-F5344CB8AC3E}">
        <p14:creationId xmlns:p14="http://schemas.microsoft.com/office/powerpoint/2010/main" val="2790985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 name="Rectangle 4"/>
          <p:cNvSpPr/>
          <p:nvPr/>
        </p:nvSpPr>
        <p:spPr bwMode="white">
          <a:xfrm>
            <a:off x="-9525" y="4572000"/>
            <a:ext cx="9144000" cy="88741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9525" y="4664075"/>
            <a:ext cx="1463675" cy="712788"/>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p:cNvSpPr/>
          <p:nvPr/>
        </p:nvSpPr>
        <p:spPr>
          <a:xfrm>
            <a:off x="1544638" y="4654550"/>
            <a:ext cx="7599362" cy="712788"/>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tangle 7"/>
          <p:cNvSpPr/>
          <p:nvPr/>
        </p:nvSpPr>
        <p:spPr bwMode="white">
          <a:xfrm>
            <a:off x="1447800" y="0"/>
            <a:ext cx="100013" cy="6867525"/>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a:r>
              <a:rPr lang="en-US"/>
              <a:t>Click to edit Master text styles</a:t>
            </a:r>
          </a:p>
        </p:txBody>
      </p:sp>
      <p:sp>
        <p:nvSpPr>
          <p:cNvPr id="2" name="Title 1"/>
          <p:cNvSpPr>
            <a:spLocks noGrp="1"/>
          </p:cNvSpPr>
          <p:nvPr>
            <p:ph type="title"/>
          </p:nvPr>
        </p:nvSpPr>
        <p:spPr>
          <a:xfrm>
            <a:off x="1600200" y="4648200"/>
            <a:ext cx="7315200" cy="685800"/>
          </a:xfrm>
        </p:spPr>
        <p:txBody>
          <a:bodyPr/>
          <a:lstStyle>
            <a:lvl1pPr algn="l">
              <a:buNone/>
              <a:defRPr sz="2800" b="0">
                <a:solidFill>
                  <a:srgbClr val="FFFFFF"/>
                </a:solidFill>
              </a:defRPr>
            </a:lvl1pPr>
          </a:lstStyle>
          <a:p>
            <a:r>
              <a:rPr lang="en-US"/>
              <a:t>Click to edit Master title style</a:t>
            </a:r>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11"/>
          <p:cNvSpPr>
            <a:spLocks noGrp="1"/>
          </p:cNvSpPr>
          <p:nvPr>
            <p:ph type="dt" sz="half" idx="10"/>
          </p:nvPr>
        </p:nvSpPr>
        <p:spPr>
          <a:xfrm>
            <a:off x="6248400" y="6248400"/>
            <a:ext cx="2667000" cy="365125"/>
          </a:xfrm>
        </p:spPr>
        <p:txBody>
          <a:bodyPr rtlCol="0"/>
          <a:lstStyle>
            <a:lvl1pPr>
              <a:defRPr/>
            </a:lvl1pPr>
          </a:lstStyle>
          <a:p>
            <a:pPr>
              <a:defRPr/>
            </a:pPr>
            <a:r>
              <a:rPr lang="en-US" altLang="en-US"/>
              <a:t>برنامه‌نویسی چند‌هسته‌ای</a:t>
            </a:r>
          </a:p>
        </p:txBody>
      </p:sp>
      <p:sp>
        <p:nvSpPr>
          <p:cNvPr id="10" name="Slide Number Placeholder 12"/>
          <p:cNvSpPr>
            <a:spLocks noGrp="1"/>
          </p:cNvSpPr>
          <p:nvPr>
            <p:ph type="sldNum" sz="quarter" idx="11"/>
          </p:nvPr>
        </p:nvSpPr>
        <p:spPr>
          <a:xfrm>
            <a:off x="0" y="4667250"/>
            <a:ext cx="1447800" cy="663575"/>
          </a:xfrm>
        </p:spPr>
        <p:txBody>
          <a:bodyPr rtlCol="0"/>
          <a:lstStyle>
            <a:lvl1pPr>
              <a:defRPr sz="2800"/>
            </a:lvl1pPr>
          </a:lstStyle>
          <a:p>
            <a:pPr>
              <a:defRPr/>
            </a:pPr>
            <a:fld id="{96818297-90BD-4146-99D5-0305732C08E6}" type="slidenum">
              <a:rPr lang="en-US" altLang="en-US"/>
              <a:pPr>
                <a:defRPr/>
              </a:pPr>
              <a:t>‹#›</a:t>
            </a:fld>
            <a:endParaRPr lang="en-US" altLang="en-US"/>
          </a:p>
        </p:txBody>
      </p:sp>
      <p:sp>
        <p:nvSpPr>
          <p:cNvPr id="11" name="Footer Placeholder 13"/>
          <p:cNvSpPr>
            <a:spLocks noGrp="1"/>
          </p:cNvSpPr>
          <p:nvPr>
            <p:ph type="ftr" sz="quarter" idx="12"/>
          </p:nvPr>
        </p:nvSpPr>
        <p:spPr>
          <a:xfrm>
            <a:off x="1600200" y="6248400"/>
            <a:ext cx="4572000" cy="365125"/>
          </a:xfrm>
        </p:spPr>
        <p:txBody>
          <a:bodyPr rtlCol="0"/>
          <a:lstStyle>
            <a:lvl1pPr>
              <a:defRPr/>
            </a:lvl1pPr>
          </a:lstStyle>
          <a:p>
            <a:pPr>
              <a:defRPr/>
            </a:pPr>
            <a:r>
              <a:rPr lang="fa-IR" altLang="en-US"/>
              <a:t>8- برنامه‌نویسی پردازنده گرافیکی با </a:t>
            </a:r>
            <a:r>
              <a:rPr lang="en-US" altLang="en-US"/>
              <a:t>CUDA</a:t>
            </a:r>
          </a:p>
        </p:txBody>
      </p:sp>
    </p:spTree>
    <p:extLst>
      <p:ext uri="{BB962C8B-B14F-4D97-AF65-F5344CB8AC3E}">
        <p14:creationId xmlns:p14="http://schemas.microsoft.com/office/powerpoint/2010/main" val="413670198"/>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r>
              <a:rPr lang="en-US" altLang="en-US"/>
              <a:t>برنامه‌نویسی چند‌هسته‌ای</a:t>
            </a:r>
            <a:endParaRPr lang="en-US" altLang="en-US" dirty="0"/>
          </a:p>
        </p:txBody>
      </p:sp>
      <p:sp>
        <p:nvSpPr>
          <p:cNvPr id="5" name="Footer Placeholder 2"/>
          <p:cNvSpPr>
            <a:spLocks noGrp="1"/>
          </p:cNvSpPr>
          <p:nvPr>
            <p:ph type="ftr" sz="quarter" idx="11"/>
          </p:nvPr>
        </p:nvSpPr>
        <p:spPr/>
        <p:txBody>
          <a:bodyPr/>
          <a:lstStyle>
            <a:lvl1pPr>
              <a:defRPr/>
            </a:lvl1pPr>
          </a:lstStyle>
          <a:p>
            <a:pPr>
              <a:defRPr/>
            </a:pPr>
            <a:r>
              <a:rPr lang="fa-IR" altLang="en-US"/>
              <a:t>8- برنامه‌نویسی پردازنده گرافیکی با </a:t>
            </a:r>
            <a:r>
              <a:rPr lang="en-US" altLang="en-US"/>
              <a:t>CUDA</a:t>
            </a:r>
            <a:endParaRPr lang="en-US" altLang="en-US" dirty="0"/>
          </a:p>
        </p:txBody>
      </p:sp>
      <p:sp>
        <p:nvSpPr>
          <p:cNvPr id="6" name="Slide Number Placeholder 22"/>
          <p:cNvSpPr>
            <a:spLocks noGrp="1"/>
          </p:cNvSpPr>
          <p:nvPr>
            <p:ph type="sldNum" sz="quarter" idx="12"/>
          </p:nvPr>
        </p:nvSpPr>
        <p:spPr/>
        <p:txBody>
          <a:bodyPr/>
          <a:lstStyle>
            <a:lvl1pPr>
              <a:defRPr/>
            </a:lvl1pPr>
          </a:lstStyle>
          <a:p>
            <a:pPr>
              <a:defRPr/>
            </a:pPr>
            <a:fld id="{A85D6ACE-8AD5-4601-BF6F-3BD0F2FCF74C}" type="slidenum">
              <a:rPr lang="en-US" altLang="en-US"/>
              <a:pPr>
                <a:defRPr/>
              </a:pPr>
              <a:t>‹#›</a:t>
            </a:fld>
            <a:endParaRPr lang="en-US" altLang="en-US" dirty="0"/>
          </a:p>
        </p:txBody>
      </p:sp>
    </p:spTree>
    <p:extLst>
      <p:ext uri="{BB962C8B-B14F-4D97-AF65-F5344CB8AC3E}">
        <p14:creationId xmlns:p14="http://schemas.microsoft.com/office/powerpoint/2010/main" val="3486725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p:cNvSpPr/>
          <p:nvPr/>
        </p:nvSpPr>
        <p:spPr bwMode="white">
          <a:xfrm>
            <a:off x="6096000" y="0"/>
            <a:ext cx="320675"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Vertical Title 1"/>
          <p:cNvSpPr>
            <a:spLocks noGrp="1"/>
          </p:cNvSpPr>
          <p:nvPr>
            <p:ph type="title" orient="vert"/>
          </p:nvPr>
        </p:nvSpPr>
        <p:spPr>
          <a:xfrm>
            <a:off x="6553200" y="609600"/>
            <a:ext cx="2057400" cy="55165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6553200" y="6248400"/>
            <a:ext cx="2209800" cy="365125"/>
          </a:xfrm>
        </p:spPr>
        <p:txBody>
          <a:bodyPr/>
          <a:lstStyle>
            <a:lvl1pPr>
              <a:defRPr/>
            </a:lvl1pPr>
          </a:lstStyle>
          <a:p>
            <a:pPr>
              <a:defRPr/>
            </a:pPr>
            <a:r>
              <a:rPr lang="en-US" altLang="en-US"/>
              <a:t>برنامه‌نویسی چند‌هسته‌ای</a:t>
            </a:r>
          </a:p>
        </p:txBody>
      </p:sp>
      <p:sp>
        <p:nvSpPr>
          <p:cNvPr id="8" name="Footer Placeholder 4"/>
          <p:cNvSpPr>
            <a:spLocks noGrp="1"/>
          </p:cNvSpPr>
          <p:nvPr>
            <p:ph type="ftr" sz="quarter" idx="11"/>
          </p:nvPr>
        </p:nvSpPr>
        <p:spPr>
          <a:xfrm>
            <a:off x="457200" y="6248400"/>
            <a:ext cx="5573713" cy="365125"/>
          </a:xfrm>
        </p:spPr>
        <p:txBody>
          <a:bodyPr/>
          <a:lstStyle>
            <a:lvl1pPr>
              <a:defRPr/>
            </a:lvl1pPr>
          </a:lstStyle>
          <a:p>
            <a:pPr>
              <a:defRPr/>
            </a:pPr>
            <a:r>
              <a:rPr lang="fa-IR" altLang="en-US"/>
              <a:t>8- برنامه‌نویسی پردازنده گرافیکی با </a:t>
            </a:r>
            <a:r>
              <a:rPr lang="en-US" altLang="en-US"/>
              <a:t>CUDA</a:t>
            </a:r>
          </a:p>
        </p:txBody>
      </p:sp>
      <p:sp>
        <p:nvSpPr>
          <p:cNvPr id="9" name="Slide Number Placeholder 5"/>
          <p:cNvSpPr>
            <a:spLocks noGrp="1"/>
          </p:cNvSpPr>
          <p:nvPr>
            <p:ph type="sldNum" sz="quarter" idx="12"/>
          </p:nvPr>
        </p:nvSpPr>
        <p:spPr>
          <a:xfrm rot="5400000">
            <a:off x="5989638" y="144462"/>
            <a:ext cx="533400" cy="244475"/>
          </a:xfrm>
        </p:spPr>
        <p:txBody>
          <a:bodyPr/>
          <a:lstStyle>
            <a:lvl1pPr>
              <a:defRPr/>
            </a:lvl1pPr>
          </a:lstStyle>
          <a:p>
            <a:pPr>
              <a:defRPr/>
            </a:pPr>
            <a:fld id="{3A9D028E-CEE5-4E72-AB72-60DE51AE86D8}" type="slidenum">
              <a:rPr lang="en-US" altLang="en-US"/>
              <a:pPr>
                <a:defRPr/>
              </a:pPr>
              <a:t>‹#›</a:t>
            </a:fld>
            <a:endParaRPr lang="en-US" altLang="en-US"/>
          </a:p>
        </p:txBody>
      </p:sp>
    </p:spTree>
    <p:extLst>
      <p:ext uri="{BB962C8B-B14F-4D97-AF65-F5344CB8AC3E}">
        <p14:creationId xmlns:p14="http://schemas.microsoft.com/office/powerpoint/2010/main" val="81176392"/>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21"/>
          <p:cNvSpPr>
            <a:spLocks noGrp="1"/>
          </p:cNvSpPr>
          <p:nvPr>
            <p:ph type="title"/>
          </p:nvPr>
        </p:nvSpPr>
        <p:spPr bwMode="auto">
          <a:xfrm>
            <a:off x="609600" y="228600"/>
            <a:ext cx="8153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12"/>
          <p:cNvSpPr>
            <a:spLocks noGrp="1"/>
          </p:cNvSpPr>
          <p:nvPr>
            <p:ph type="body" idx="1"/>
          </p:nvPr>
        </p:nvSpPr>
        <p:spPr bwMode="auto">
          <a:xfrm>
            <a:off x="612775" y="1235075"/>
            <a:ext cx="8153400" cy="489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p:cNvSpPr>
            <a:spLocks noGrp="1"/>
          </p:cNvSpPr>
          <p:nvPr>
            <p:ph type="dt" sz="half" idx="2"/>
          </p:nvPr>
        </p:nvSpPr>
        <p:spPr>
          <a:xfrm>
            <a:off x="6096000" y="6248400"/>
            <a:ext cx="2667000" cy="381000"/>
          </a:xfrm>
          <a:prstGeom prst="rect">
            <a:avLst/>
          </a:prstGeom>
          <a:solidFill>
            <a:schemeClr val="accent1"/>
          </a:solidFill>
        </p:spPr>
        <p:txBody>
          <a:bodyPr vert="horz" anchor="ctr" anchorCtr="0"/>
          <a:lstStyle>
            <a:lvl1pPr algn="ctr" eaLnBrk="1" latinLnBrk="0" hangingPunct="1">
              <a:defRPr kumimoji="0" sz="1400">
                <a:solidFill>
                  <a:schemeClr val="tx2"/>
                </a:solidFill>
                <a:latin typeface="Arial" charset="0"/>
              </a:defRPr>
            </a:lvl1pPr>
          </a:lstStyle>
          <a:p>
            <a:pPr>
              <a:defRPr/>
            </a:pPr>
            <a:r>
              <a:rPr lang="en-US" altLang="en-US"/>
              <a:t>برنامه‌نویسی چند‌هسته‌ای</a:t>
            </a:r>
            <a:endParaRPr lang="en-US" altLang="en-US" dirty="0"/>
          </a:p>
        </p:txBody>
      </p:sp>
      <p:sp>
        <p:nvSpPr>
          <p:cNvPr id="3" name="Footer Placeholder 2"/>
          <p:cNvSpPr>
            <a:spLocks noGrp="1"/>
          </p:cNvSpPr>
          <p:nvPr>
            <p:ph type="ftr" sz="quarter" idx="3"/>
          </p:nvPr>
        </p:nvSpPr>
        <p:spPr>
          <a:xfrm>
            <a:off x="1219200" y="6248400"/>
            <a:ext cx="4811713" cy="381000"/>
          </a:xfrm>
          <a:prstGeom prst="rect">
            <a:avLst/>
          </a:prstGeom>
          <a:solidFill>
            <a:schemeClr val="accent2"/>
          </a:solidFill>
        </p:spPr>
        <p:txBody>
          <a:bodyPr vert="horz" anchor="ctr"/>
          <a:lstStyle>
            <a:lvl1pPr algn="ctr" eaLnBrk="1" latinLnBrk="0" hangingPunct="1">
              <a:defRPr kumimoji="0" sz="1400">
                <a:solidFill>
                  <a:schemeClr val="tx2"/>
                </a:solidFill>
                <a:latin typeface="Arial" charset="0"/>
              </a:defRPr>
            </a:lvl1pPr>
          </a:lstStyle>
          <a:p>
            <a:pPr>
              <a:defRPr/>
            </a:pPr>
            <a:r>
              <a:rPr lang="fa-IR" altLang="en-US"/>
              <a:t>8- برنامه‌نویسی پردازنده گرافیکی با </a:t>
            </a:r>
            <a:r>
              <a:rPr lang="en-US" altLang="en-US"/>
              <a:t>CUDA</a:t>
            </a:r>
            <a:endParaRPr lang="en-US" altLang="en-US" dirty="0"/>
          </a:p>
        </p:txBody>
      </p:sp>
      <p:sp>
        <p:nvSpPr>
          <p:cNvPr id="7" name="Rectangle 6"/>
          <p:cNvSpPr/>
          <p:nvPr/>
        </p:nvSpPr>
        <p:spPr bwMode="white">
          <a:xfrm>
            <a:off x="0" y="900113"/>
            <a:ext cx="9144000" cy="319087"/>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tangle 7"/>
          <p:cNvSpPr/>
          <p:nvPr/>
        </p:nvSpPr>
        <p:spPr>
          <a:xfrm>
            <a:off x="590550" y="6248400"/>
            <a:ext cx="533400" cy="381000"/>
          </a:xfrm>
          <a:prstGeom prst="rect">
            <a:avLst/>
          </a:prstGeom>
          <a:solidFill>
            <a:schemeClr val="accent1"/>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9" name="Rectangle 8"/>
          <p:cNvSpPr/>
          <p:nvPr/>
        </p:nvSpPr>
        <p:spPr>
          <a:xfrm>
            <a:off x="590550" y="990600"/>
            <a:ext cx="8172450" cy="160338"/>
          </a:xfrm>
          <a:prstGeom prst="rect">
            <a:avLst/>
          </a:prstGeom>
          <a:solidFill>
            <a:schemeClr val="accent1"/>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3" name="Slide Number Placeholder 22"/>
          <p:cNvSpPr>
            <a:spLocks noGrp="1"/>
          </p:cNvSpPr>
          <p:nvPr>
            <p:ph type="sldNum" sz="quarter" idx="4"/>
          </p:nvPr>
        </p:nvSpPr>
        <p:spPr>
          <a:xfrm>
            <a:off x="609600" y="6329363"/>
            <a:ext cx="533400" cy="244475"/>
          </a:xfrm>
          <a:prstGeom prst="rect">
            <a:avLst/>
          </a:prstGeom>
        </p:spPr>
        <p:txBody>
          <a:bodyPr vert="horz" anchor="ctr" anchorCtr="0">
            <a:normAutofit/>
          </a:bodyPr>
          <a:lstStyle>
            <a:lvl1pPr algn="ctr" eaLnBrk="1" latinLnBrk="0" hangingPunct="1">
              <a:defRPr kumimoji="0" sz="1400" b="1">
                <a:solidFill>
                  <a:srgbClr val="FFFFFF"/>
                </a:solidFill>
                <a:latin typeface="Arial" charset="0"/>
              </a:defRPr>
            </a:lvl1pPr>
          </a:lstStyle>
          <a:p>
            <a:pPr>
              <a:defRPr/>
            </a:pPr>
            <a:fld id="{27132BE2-3AAD-4C99-84E8-867559028174}" type="slidenum">
              <a:rPr lang="en-US" altLang="en-US"/>
              <a:pPr>
                <a:defRPr/>
              </a:pPr>
              <a:t>‹#›</a:t>
            </a:fld>
            <a:endParaRPr lang="en-US" altLang="en-US" dirty="0"/>
          </a:p>
        </p:txBody>
      </p:sp>
    </p:spTree>
  </p:cSld>
  <p:clrMap bg1="lt1" tx1="dk1" bg2="lt2" tx2="dk2" accent1="accent1" accent2="accent2" accent3="accent3" accent4="accent4" accent5="accent5" accent6="accent6" hlink="hlink" folHlink="folHlink"/>
  <p:sldLayoutIdLst>
    <p:sldLayoutId id="2147483968" r:id="rId1"/>
    <p:sldLayoutId id="2147483969" r:id="rId2"/>
    <p:sldLayoutId id="2147483970" r:id="rId3"/>
    <p:sldLayoutId id="2147483971" r:id="rId4"/>
    <p:sldLayoutId id="2147483972" r:id="rId5"/>
    <p:sldLayoutId id="2147483965" r:id="rId6"/>
    <p:sldLayoutId id="2147483973" r:id="rId7"/>
    <p:sldLayoutId id="2147483966" r:id="rId8"/>
    <p:sldLayoutId id="2147483974" r:id="rId9"/>
    <p:sldLayoutId id="2147483967" r:id="rId10"/>
    <p:sldLayoutId id="2147483975" r:id="rId11"/>
  </p:sldLayoutIdLst>
  <p:hf hdr="0"/>
  <p:txStyles>
    <p:titleStyle>
      <a:lvl1pPr algn="l" rtl="0" eaLnBrk="0" fontAlgn="base" hangingPunct="0">
        <a:spcBef>
          <a:spcPct val="0"/>
        </a:spcBef>
        <a:spcAft>
          <a:spcPct val="0"/>
        </a:spcAft>
        <a:defRPr sz="4400" kern="12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Calibri" pitchFamily="34" charset="0"/>
        </a:defRPr>
      </a:lvl2pPr>
      <a:lvl3pPr algn="l" rtl="0" eaLnBrk="0" fontAlgn="base" hangingPunct="0">
        <a:spcBef>
          <a:spcPct val="0"/>
        </a:spcBef>
        <a:spcAft>
          <a:spcPct val="0"/>
        </a:spcAft>
        <a:defRPr sz="4400">
          <a:solidFill>
            <a:schemeClr val="tx2"/>
          </a:solidFill>
          <a:latin typeface="Calibri" pitchFamily="34" charset="0"/>
        </a:defRPr>
      </a:lvl3pPr>
      <a:lvl4pPr algn="l" rtl="0" eaLnBrk="0" fontAlgn="base" hangingPunct="0">
        <a:spcBef>
          <a:spcPct val="0"/>
        </a:spcBef>
        <a:spcAft>
          <a:spcPct val="0"/>
        </a:spcAft>
        <a:defRPr sz="4400">
          <a:solidFill>
            <a:schemeClr val="tx2"/>
          </a:solidFill>
          <a:latin typeface="Calibri" pitchFamily="34" charset="0"/>
        </a:defRPr>
      </a:lvl4pPr>
      <a:lvl5pPr algn="l" rtl="0" eaLnBrk="0" fontAlgn="base" hangingPunct="0">
        <a:spcBef>
          <a:spcPct val="0"/>
        </a:spcBef>
        <a:spcAft>
          <a:spcPct val="0"/>
        </a:spcAft>
        <a:defRPr sz="4400">
          <a:solidFill>
            <a:schemeClr val="tx2"/>
          </a:solidFill>
          <a:latin typeface="Calibri" pitchFamily="34" charset="0"/>
        </a:defRPr>
      </a:lvl5pPr>
      <a:lvl6pPr marL="457200" algn="l" rtl="0" fontAlgn="base">
        <a:spcBef>
          <a:spcPct val="0"/>
        </a:spcBef>
        <a:spcAft>
          <a:spcPct val="0"/>
        </a:spcAft>
        <a:defRPr sz="4400">
          <a:solidFill>
            <a:schemeClr val="tx2"/>
          </a:solidFill>
          <a:latin typeface="Calibri" pitchFamily="34" charset="0"/>
        </a:defRPr>
      </a:lvl6pPr>
      <a:lvl7pPr marL="914400" algn="l" rtl="0" fontAlgn="base">
        <a:spcBef>
          <a:spcPct val="0"/>
        </a:spcBef>
        <a:spcAft>
          <a:spcPct val="0"/>
        </a:spcAft>
        <a:defRPr sz="4400">
          <a:solidFill>
            <a:schemeClr val="tx2"/>
          </a:solidFill>
          <a:latin typeface="Calibri" pitchFamily="34" charset="0"/>
        </a:defRPr>
      </a:lvl7pPr>
      <a:lvl8pPr marL="1371600" algn="l" rtl="0" fontAlgn="base">
        <a:spcBef>
          <a:spcPct val="0"/>
        </a:spcBef>
        <a:spcAft>
          <a:spcPct val="0"/>
        </a:spcAft>
        <a:defRPr sz="4400">
          <a:solidFill>
            <a:schemeClr val="tx2"/>
          </a:solidFill>
          <a:latin typeface="Calibri" pitchFamily="34" charset="0"/>
        </a:defRPr>
      </a:lvl8pPr>
      <a:lvl9pPr marL="1828800" algn="l" rtl="0" fontAlgn="base">
        <a:spcBef>
          <a:spcPct val="0"/>
        </a:spcBef>
        <a:spcAft>
          <a:spcPct val="0"/>
        </a:spcAft>
        <a:defRPr sz="4400">
          <a:solidFill>
            <a:schemeClr val="tx2"/>
          </a:solidFill>
          <a:latin typeface="Calibri" pitchFamily="34" charset="0"/>
        </a:defRPr>
      </a:lvl9pPr>
    </p:titleStyle>
    <p:bodyStyle>
      <a:lvl1pPr marL="319088" indent="-319088" algn="l" rtl="0" eaLnBrk="0" fontAlgn="base" hangingPunct="0">
        <a:spcBef>
          <a:spcPts val="700"/>
        </a:spcBef>
        <a:spcAft>
          <a:spcPct val="0"/>
        </a:spcAft>
        <a:buClr>
          <a:schemeClr val="accent2"/>
        </a:buClr>
        <a:buSzPct val="60000"/>
        <a:buFont typeface="Wingdings" pitchFamily="2" charset="2"/>
        <a:buChar char=""/>
        <a:defRPr sz="2900" kern="1200">
          <a:solidFill>
            <a:schemeClr val="tx1"/>
          </a:solidFill>
          <a:latin typeface="+mn-lt"/>
          <a:ea typeface="+mn-ea"/>
          <a:cs typeface="+mn-cs"/>
        </a:defRPr>
      </a:lvl1pPr>
      <a:lvl2pPr marL="639763" indent="-273050" algn="l" rtl="0" eaLnBrk="0" fontAlgn="base" hangingPunct="0">
        <a:spcBef>
          <a:spcPts val="550"/>
        </a:spcBef>
        <a:spcAft>
          <a:spcPct val="0"/>
        </a:spcAft>
        <a:buClr>
          <a:schemeClr val="accent1"/>
        </a:buClr>
        <a:buSzPct val="70000"/>
        <a:buFont typeface="Wingdings 2" pitchFamily="18" charset="2"/>
        <a:buChar char=""/>
        <a:defRPr sz="2600" kern="1200">
          <a:solidFill>
            <a:schemeClr val="tx1"/>
          </a:solidFill>
          <a:latin typeface="+mn-lt"/>
          <a:ea typeface="+mn-ea"/>
          <a:cs typeface="+mn-cs"/>
        </a:defRPr>
      </a:lvl2pPr>
      <a:lvl3pPr marL="914400" indent="-228600" algn="l" rtl="0" eaLnBrk="0" fontAlgn="base" hangingPunct="0">
        <a:spcBef>
          <a:spcPts val="500"/>
        </a:spcBef>
        <a:spcAft>
          <a:spcPct val="0"/>
        </a:spcAft>
        <a:buClr>
          <a:schemeClr val="accent2"/>
        </a:buClr>
        <a:buSzPct val="75000"/>
        <a:buFont typeface="Wingdings" pitchFamily="2" charset="2"/>
        <a:buChar char=""/>
        <a:defRPr sz="2300" kern="1200">
          <a:solidFill>
            <a:schemeClr val="tx1"/>
          </a:solidFill>
          <a:latin typeface="+mn-lt"/>
          <a:ea typeface="+mn-ea"/>
          <a:cs typeface="+mn-cs"/>
        </a:defRPr>
      </a:lvl3pPr>
      <a:lvl4pPr marL="1371600" indent="-228600" algn="l" rtl="0" eaLnBrk="0" fontAlgn="base" hangingPunct="0">
        <a:spcBef>
          <a:spcPts val="400"/>
        </a:spcBef>
        <a:spcAft>
          <a:spcPct val="0"/>
        </a:spcAft>
        <a:buClr>
          <a:srgbClr val="A5AB81"/>
        </a:buClr>
        <a:buSzPct val="75000"/>
        <a:buFont typeface="Wingdings" pitchFamily="2" charset="2"/>
        <a:buChar char=""/>
        <a:defRPr sz="2000" kern="1200">
          <a:solidFill>
            <a:schemeClr val="tx1"/>
          </a:solidFill>
          <a:latin typeface="+mn-lt"/>
          <a:ea typeface="+mn-ea"/>
          <a:cs typeface="+mn-cs"/>
        </a:defRPr>
      </a:lvl4pPr>
      <a:lvl5pPr marL="1828800" indent="-228600" algn="l" rtl="0" eaLnBrk="0" fontAlgn="base" hangingPunct="0">
        <a:spcBef>
          <a:spcPts val="400"/>
        </a:spcBef>
        <a:spcAft>
          <a:spcPct val="0"/>
        </a:spcAft>
        <a:buClr>
          <a:srgbClr val="D8B25C"/>
        </a:buClr>
        <a:buSzPct val="65000"/>
        <a:buFont typeface="Wingdings"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990600"/>
            <a:ext cx="8229600" cy="4876800"/>
          </a:xfrm>
        </p:spPr>
        <p:txBody>
          <a:bodyPr>
            <a:normAutofit/>
          </a:bodyPr>
          <a:lstStyle/>
          <a:p>
            <a:pPr algn="r" rtl="1" eaLnBrk="1" fontAlgn="auto" hangingPunct="1">
              <a:spcAft>
                <a:spcPts val="0"/>
              </a:spcAft>
              <a:defRPr/>
            </a:pPr>
            <a:r>
              <a:rPr lang="fa-IR" cap="none" dirty="0">
                <a:cs typeface="B Nazanin" panose="00000400000000000000" pitchFamily="2" charset="-78"/>
              </a:rPr>
              <a:t>برنامه‌نویسی چندهسته‌ای</a:t>
            </a:r>
            <a:br>
              <a:rPr lang="en-US" cap="none" dirty="0">
                <a:cs typeface="B Nazanin" panose="00000400000000000000" pitchFamily="2" charset="-78"/>
              </a:rPr>
            </a:br>
            <a:br>
              <a:rPr lang="fa-IR" cap="none" dirty="0">
                <a:cs typeface="B Nazanin" panose="00000400000000000000" pitchFamily="2" charset="-78"/>
              </a:rPr>
            </a:br>
            <a:r>
              <a:rPr lang="fa-IR" cap="none" dirty="0">
                <a:cs typeface="B Nazanin" panose="00000400000000000000" pitchFamily="2" charset="-78"/>
              </a:rPr>
              <a:t>8- </a:t>
            </a:r>
            <a:r>
              <a:rPr lang="en-US" cap="none" dirty="0">
                <a:cs typeface="B Nazanin" panose="00000400000000000000" pitchFamily="2" charset="-78"/>
              </a:rPr>
              <a:t>CUDA</a:t>
            </a:r>
            <a:r>
              <a:rPr lang="fa-IR" cap="none" dirty="0">
                <a:cs typeface="B Nazanin" panose="00000400000000000000" pitchFamily="2" charset="-78"/>
              </a:rPr>
              <a:t> (بخش هشتم)</a:t>
            </a:r>
            <a:br>
              <a:rPr lang="en-US" dirty="0">
                <a:cs typeface="B Nazanin" panose="00000400000000000000" pitchFamily="2" charset="-78"/>
              </a:rPr>
            </a:br>
            <a:br>
              <a:rPr lang="en-US" dirty="0">
                <a:cs typeface="B Nazanin" panose="00000400000000000000" pitchFamily="2" charset="-78"/>
              </a:rPr>
            </a:br>
            <a:r>
              <a:rPr lang="fa-IR" sz="3600" cap="none" dirty="0">
                <a:cs typeface="B Nazanin" panose="00000400000000000000" pitchFamily="2" charset="-78"/>
              </a:rPr>
              <a:t>محمود ممتازپور</a:t>
            </a:r>
            <a:br>
              <a:rPr lang="en-US" sz="3600" cap="none" dirty="0">
                <a:cs typeface="B Nazanin" panose="00000400000000000000" pitchFamily="2" charset="-78"/>
              </a:rPr>
            </a:br>
            <a:br>
              <a:rPr lang="en-US" dirty="0">
                <a:cs typeface="B Nazanin" panose="00000400000000000000" pitchFamily="2" charset="-78"/>
              </a:rPr>
            </a:br>
            <a:endParaRPr lang="en-US" sz="3000" cap="none" dirty="0">
              <a:cs typeface="B Nazanin" panose="00000400000000000000" pitchFamily="2" charset="-78"/>
            </a:endParaRPr>
          </a:p>
        </p:txBody>
      </p:sp>
      <p:sp>
        <p:nvSpPr>
          <p:cNvPr id="10243" name="Subtitle 2"/>
          <p:cNvSpPr>
            <a:spLocks noGrp="1"/>
          </p:cNvSpPr>
          <p:nvPr>
            <p:ph type="subTitle" idx="1"/>
          </p:nvPr>
        </p:nvSpPr>
        <p:spPr>
          <a:xfrm>
            <a:off x="2362200" y="6049963"/>
            <a:ext cx="6705600" cy="685800"/>
          </a:xfrm>
        </p:spPr>
        <p:txBody>
          <a:bodyPr/>
          <a:lstStyle/>
          <a:p>
            <a:pPr algn="ctr" rtl="1" eaLnBrk="1" hangingPunct="1"/>
            <a:r>
              <a:rPr lang="fa-IR" altLang="en-US" dirty="0">
                <a:cs typeface="B Nazanin" panose="00000400000000000000" pitchFamily="2" charset="-78"/>
              </a:rPr>
              <a:t>دانشگاه صنعتی امیرکبیر</a:t>
            </a:r>
            <a:endParaRPr lang="en-US" altLang="en-US" dirty="0">
              <a:cs typeface="B Nazanin" panose="00000400000000000000" pitchFamily="2" charset="-78"/>
            </a:endParaRPr>
          </a:p>
        </p:txBody>
      </p:sp>
      <p:sp>
        <p:nvSpPr>
          <p:cNvPr id="10244" name="Date Placeholder 3"/>
          <p:cNvSpPr>
            <a:spLocks noGrp="1"/>
          </p:cNvSpPr>
          <p:nvPr>
            <p:ph type="dt" sz="quarter" idx="10"/>
          </p:nvPr>
        </p:nvSpPr>
        <p:spPr bwMode="auto">
          <a:xfrm>
            <a:off x="76200" y="6248400"/>
            <a:ext cx="2057400" cy="381000"/>
          </a:xfrm>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rtl="1" eaLnBrk="1" hangingPunct="1">
              <a:spcBef>
                <a:spcPct val="0"/>
              </a:spcBef>
              <a:buClrTx/>
              <a:buSzTx/>
              <a:buFontTx/>
              <a:buNone/>
            </a:pPr>
            <a:r>
              <a:rPr lang="en-US" altLang="en-US" sz="1800">
                <a:solidFill>
                  <a:srgbClr val="FFFFFF"/>
                </a:solidFill>
                <a:latin typeface="Arial" pitchFamily="34" charset="0"/>
                <a:cs typeface="B Nazanin" panose="00000400000000000000" pitchFamily="2" charset="-78"/>
              </a:rPr>
              <a:t>برنامه‌نویسی چند‌هسته‌ای</a:t>
            </a:r>
            <a:endParaRPr lang="en-US" altLang="en-US" sz="1800" dirty="0">
              <a:solidFill>
                <a:srgbClr val="FFFFFF"/>
              </a:solidFill>
              <a:latin typeface="Arial" pitchFamily="34" charset="0"/>
              <a:cs typeface="B Nazanin" panose="00000400000000000000" pitchFamily="2" charset="-78"/>
            </a:endParaRPr>
          </a:p>
        </p:txBody>
      </p:sp>
      <p:sp>
        <p:nvSpPr>
          <p:cNvPr id="1024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rtl="1" eaLnBrk="1" hangingPunct="1">
              <a:spcBef>
                <a:spcPct val="0"/>
              </a:spcBef>
              <a:buClrTx/>
              <a:buSzTx/>
              <a:buFontTx/>
              <a:buNone/>
            </a:pPr>
            <a:fld id="{D7895C56-766E-4F90-AE6B-6CA76F48B262}" type="slidenum">
              <a:rPr lang="en-US" altLang="en-US" sz="1400" smtClean="0">
                <a:solidFill>
                  <a:schemeClr val="tx2"/>
                </a:solidFill>
                <a:latin typeface="Arial" pitchFamily="34" charset="0"/>
                <a:cs typeface="B Nazanin" panose="00000400000000000000" pitchFamily="2" charset="-78"/>
              </a:rPr>
              <a:pPr rtl="1" eaLnBrk="1" hangingPunct="1">
                <a:spcBef>
                  <a:spcPct val="0"/>
                </a:spcBef>
                <a:buClrTx/>
                <a:buSzTx/>
                <a:buFontTx/>
                <a:buNone/>
              </a:pPr>
              <a:t>1</a:t>
            </a:fld>
            <a:endParaRPr lang="en-US" altLang="en-US" sz="1400">
              <a:solidFill>
                <a:schemeClr val="tx2"/>
              </a:solidFill>
              <a:latin typeface="Arial" pitchFamily="34" charset="0"/>
              <a:cs typeface="B Nazanin" panose="00000400000000000000" pitchFamily="2" charset="-78"/>
            </a:endParaRPr>
          </a:p>
        </p:txBody>
      </p:sp>
      <p:sp>
        <p:nvSpPr>
          <p:cNvPr id="3" name="Footer Placeholder 2">
            <a:extLst>
              <a:ext uri="{FF2B5EF4-FFF2-40B4-BE49-F238E27FC236}">
                <a16:creationId xmlns:a16="http://schemas.microsoft.com/office/drawing/2014/main" id="{9D5EBEAA-5C50-4864-8AA0-914169E50026}"/>
              </a:ext>
            </a:extLst>
          </p:cNvPr>
          <p:cNvSpPr>
            <a:spLocks noGrp="1"/>
          </p:cNvSpPr>
          <p:nvPr>
            <p:ph type="ftr" sz="quarter" idx="11"/>
          </p:nvPr>
        </p:nvSpPr>
        <p:spPr/>
        <p:txBody>
          <a:bodyPr/>
          <a:lstStyle/>
          <a:p>
            <a:pPr rtl="1">
              <a:defRPr/>
            </a:pPr>
            <a:r>
              <a:rPr lang="fa-IR" altLang="en-US" dirty="0">
                <a:latin typeface="B Nz"/>
                <a:cs typeface="B Nazanin" panose="00000400000000000000" pitchFamily="2" charset="-78"/>
              </a:rPr>
              <a:t>8- برنامه‌نویسی پردازنده گرافیکی با </a:t>
            </a:r>
            <a:r>
              <a:rPr lang="en-US" altLang="en-US" dirty="0">
                <a:latin typeface="B Nz"/>
                <a:cs typeface="B Nazanin" panose="00000400000000000000" pitchFamily="2" charset="-78"/>
              </a:rPr>
              <a:t>CUDA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381000" y="152400"/>
            <a:ext cx="8229600" cy="822325"/>
          </a:xfrm>
          <a:noFill/>
        </p:spPr>
        <p:txBody>
          <a:bodyPr/>
          <a:lstStyle/>
          <a:p>
            <a:pPr eaLnBrk="1" hangingPunct="1"/>
            <a:r>
              <a:rPr lang="fa-IR" altLang="en-US" dirty="0"/>
              <a:t>فهرست</a:t>
            </a:r>
            <a:endParaRPr lang="en-US" altLang="en-US" dirty="0"/>
          </a:p>
        </p:txBody>
      </p:sp>
      <p:sp>
        <p:nvSpPr>
          <p:cNvPr id="11269" name="Rectangle 3"/>
          <p:cNvSpPr>
            <a:spLocks noGrp="1" noChangeArrowheads="1"/>
          </p:cNvSpPr>
          <p:nvPr>
            <p:ph sz="quarter" idx="1"/>
          </p:nvPr>
        </p:nvSpPr>
        <p:spPr/>
        <p:txBody>
          <a:bodyPr/>
          <a:lstStyle/>
          <a:p>
            <a:r>
              <a:rPr lang="fa-IR" altLang="en-US" dirty="0"/>
              <a:t>الگوریتم کاهش</a:t>
            </a:r>
          </a:p>
          <a:p>
            <a:r>
              <a:rPr lang="fa-IR" altLang="en-US" dirty="0"/>
              <a:t>اثر واگرایی بر کاهش کارایی</a:t>
            </a:r>
          </a:p>
          <a:p>
            <a:r>
              <a:rPr lang="fa-IR" altLang="en-US" dirty="0"/>
              <a:t>بهبود الگوریتم کاهش با تغییر نگاشت داده‌ها به نخ‌ها</a:t>
            </a:r>
            <a:endParaRPr lang="en-US" altLang="en-US" dirty="0"/>
          </a:p>
          <a:p>
            <a:pPr lvl="1"/>
            <a:endParaRPr lang="en-US" altLang="en-US" dirty="0"/>
          </a:p>
        </p:txBody>
      </p:sp>
      <p:sp>
        <p:nvSpPr>
          <p:cNvPr id="11271" name="Date Placeholder 7"/>
          <p:cNvSpPr>
            <a:spLocks noGrp="1"/>
          </p:cNvSpPr>
          <p:nvPr>
            <p:ph type="dt" sz="half" idx="10"/>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0"/>
              </a:spcBef>
              <a:buClrTx/>
              <a:buSzTx/>
              <a:buFontTx/>
              <a:buNone/>
            </a:pPr>
            <a:r>
              <a:rPr lang="en-US" altLang="en-US" sz="1400">
                <a:solidFill>
                  <a:schemeClr val="tx2"/>
                </a:solidFill>
                <a:latin typeface="Arial" pitchFamily="34" charset="0"/>
              </a:rPr>
              <a:t>برنامه‌نویسی چند‌هسته‌ای</a:t>
            </a:r>
          </a:p>
        </p:txBody>
      </p:sp>
      <p:sp>
        <p:nvSpPr>
          <p:cNvPr id="3" name="Slide Number Placeholder 2"/>
          <p:cNvSpPr>
            <a:spLocks noGrp="1"/>
          </p:cNvSpPr>
          <p:nvPr>
            <p:ph type="sldNum" sz="quarter" idx="12"/>
          </p:nvPr>
        </p:nvSpPr>
        <p:spPr/>
        <p:txBody>
          <a:bodyPr>
            <a:normAutofit fontScale="85000" lnSpcReduction="20000"/>
          </a:bodyPr>
          <a:lstStyle/>
          <a:p>
            <a:pPr>
              <a:defRPr/>
            </a:pPr>
            <a:fld id="{A1A49216-A321-4EE8-B001-158F3BAA2239}" type="slidenum">
              <a:rPr lang="en-US" altLang="en-US"/>
              <a:pPr>
                <a:defRPr/>
              </a:pPr>
              <a:t>2</a:t>
            </a:fld>
            <a:endParaRPr lang="en-US" altLang="en-US"/>
          </a:p>
        </p:txBody>
      </p:sp>
      <p:sp>
        <p:nvSpPr>
          <p:cNvPr id="11270" name="TextBox 6"/>
          <p:cNvSpPr txBox="1">
            <a:spLocks noChangeArrowheads="1"/>
          </p:cNvSpPr>
          <p:nvPr/>
        </p:nvSpPr>
        <p:spPr bwMode="auto">
          <a:xfrm>
            <a:off x="-1752600" y="47244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0"/>
              </a:spcBef>
              <a:buClrTx/>
              <a:buSzTx/>
              <a:buFontTx/>
              <a:buNone/>
            </a:pPr>
            <a:endParaRPr lang="en-US" altLang="en-US" sz="1800">
              <a:latin typeface="Arial" pitchFamily="34" charset="0"/>
            </a:endParaRPr>
          </a:p>
        </p:txBody>
      </p:sp>
      <p:sp>
        <p:nvSpPr>
          <p:cNvPr id="2" name="Footer Placeholder 1">
            <a:extLst>
              <a:ext uri="{FF2B5EF4-FFF2-40B4-BE49-F238E27FC236}">
                <a16:creationId xmlns:a16="http://schemas.microsoft.com/office/drawing/2014/main" id="{836A5D49-B597-42A9-A7D3-A1A03A3EF291}"/>
              </a:ext>
            </a:extLst>
          </p:cNvPr>
          <p:cNvSpPr>
            <a:spLocks noGrp="1"/>
          </p:cNvSpPr>
          <p:nvPr>
            <p:ph type="ftr" sz="quarter" idx="11"/>
          </p:nvPr>
        </p:nvSpPr>
        <p:spPr/>
        <p:txBody>
          <a:bodyPr/>
          <a:lstStyle/>
          <a:p>
            <a:pPr>
              <a:defRPr/>
            </a:pPr>
            <a:r>
              <a:rPr lang="fa-IR" altLang="en-US"/>
              <a:t>8- برنامه‌نویسی پردازنده گرافیکی با </a:t>
            </a:r>
            <a:r>
              <a:rPr lang="en-US" altLang="en-US"/>
              <a:t>CUDA</a:t>
            </a:r>
            <a:endParaRPr lang="en-US" altLang="en-US" dirty="0"/>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20" name="Rectangle 8"/>
          <p:cNvSpPr>
            <a:spLocks noGrp="1" noChangeArrowheads="1"/>
          </p:cNvSpPr>
          <p:nvPr>
            <p:ph type="title"/>
          </p:nvPr>
        </p:nvSpPr>
        <p:spPr/>
        <p:txBody>
          <a:bodyPr/>
          <a:lstStyle/>
          <a:p>
            <a:pPr algn="r" rtl="1" eaLnBrk="1" hangingPunct="1"/>
            <a:r>
              <a:rPr lang="fa-IR" dirty="0">
                <a:latin typeface="B Nz"/>
                <a:cs typeface="B Nazanin" panose="00000400000000000000" pitchFamily="2" charset="-78"/>
              </a:rPr>
              <a:t>محاسبه حاصل‌جمع خانه‌های یک آرایه</a:t>
            </a:r>
            <a:endParaRPr lang="en-US" dirty="0">
              <a:latin typeface="B Nz"/>
              <a:cs typeface="B Nazanin" panose="00000400000000000000" pitchFamily="2" charset="-78"/>
            </a:endParaRPr>
          </a:p>
        </p:txBody>
      </p:sp>
      <p:sp>
        <p:nvSpPr>
          <p:cNvPr id="5" name="Content Placeholder 4">
            <a:extLst>
              <a:ext uri="{FF2B5EF4-FFF2-40B4-BE49-F238E27FC236}">
                <a16:creationId xmlns:a16="http://schemas.microsoft.com/office/drawing/2014/main" id="{A4C05345-93F8-4D61-B9BC-174946C9F5EF}"/>
              </a:ext>
            </a:extLst>
          </p:cNvPr>
          <p:cNvSpPr>
            <a:spLocks noGrp="1"/>
          </p:cNvSpPr>
          <p:nvPr>
            <p:ph sz="quarter" idx="1"/>
          </p:nvPr>
        </p:nvSpPr>
        <p:spPr/>
        <p:txBody>
          <a:bodyPr/>
          <a:lstStyle/>
          <a:p>
            <a:endParaRPr lang="en-US" dirty="0"/>
          </a:p>
        </p:txBody>
      </p:sp>
      <p:sp>
        <p:nvSpPr>
          <p:cNvPr id="2" name="Date Placeholder 1">
            <a:extLst>
              <a:ext uri="{FF2B5EF4-FFF2-40B4-BE49-F238E27FC236}">
                <a16:creationId xmlns:a16="http://schemas.microsoft.com/office/drawing/2014/main" id="{B8264210-8FAA-4518-A052-69BD241FB6ED}"/>
              </a:ext>
            </a:extLst>
          </p:cNvPr>
          <p:cNvSpPr>
            <a:spLocks noGrp="1"/>
          </p:cNvSpPr>
          <p:nvPr>
            <p:ph type="dt" sz="half" idx="10"/>
          </p:nvPr>
        </p:nvSpPr>
        <p:spPr/>
        <p:txBody>
          <a:bodyPr/>
          <a:lstStyle/>
          <a:p>
            <a:pPr rtl="1">
              <a:defRPr/>
            </a:pPr>
            <a:r>
              <a:rPr lang="en-US" altLang="en-US">
                <a:cs typeface="B Nazanin" panose="00000400000000000000" pitchFamily="2" charset="-78"/>
              </a:rPr>
              <a:t>برنامه‌نویسی چند‌هسته‌ای</a:t>
            </a:r>
            <a:endParaRPr lang="en-US" altLang="en-US" dirty="0">
              <a:cs typeface="B Nazanin" panose="00000400000000000000" pitchFamily="2" charset="-78"/>
            </a:endParaRPr>
          </a:p>
        </p:txBody>
      </p:sp>
      <p:sp>
        <p:nvSpPr>
          <p:cNvPr id="3" name="Footer Placeholder 2">
            <a:extLst>
              <a:ext uri="{FF2B5EF4-FFF2-40B4-BE49-F238E27FC236}">
                <a16:creationId xmlns:a16="http://schemas.microsoft.com/office/drawing/2014/main" id="{DB706D46-2904-4FC7-A98E-88C59A41FD35}"/>
              </a:ext>
            </a:extLst>
          </p:cNvPr>
          <p:cNvSpPr>
            <a:spLocks noGrp="1"/>
          </p:cNvSpPr>
          <p:nvPr>
            <p:ph type="ftr" sz="quarter" idx="11"/>
          </p:nvPr>
        </p:nvSpPr>
        <p:spPr/>
        <p:txBody>
          <a:bodyPr/>
          <a:lstStyle/>
          <a:p>
            <a:pPr rtl="1">
              <a:defRPr/>
            </a:pPr>
            <a:r>
              <a:rPr lang="fa-IR" altLang="en-US" dirty="0">
                <a:cs typeface="B Nazanin" panose="00000400000000000000" pitchFamily="2" charset="-78"/>
              </a:rPr>
              <a:t>8- برنامه‌نویسی پردازنده گرافیکی با </a:t>
            </a:r>
            <a:r>
              <a:rPr lang="en-US" altLang="en-US" dirty="0">
                <a:cs typeface="B Nazanin" panose="00000400000000000000" pitchFamily="2" charset="-78"/>
              </a:rPr>
              <a:t>CUDA</a:t>
            </a:r>
          </a:p>
        </p:txBody>
      </p:sp>
      <p:sp>
        <p:nvSpPr>
          <p:cNvPr id="96" name="Slide Number Placeholder 3"/>
          <p:cNvSpPr>
            <a:spLocks noGrp="1"/>
          </p:cNvSpPr>
          <p:nvPr>
            <p:ph type="sldNum" sz="quarter" idx="12"/>
          </p:nvPr>
        </p:nvSpPr>
        <p:spPr/>
        <p:txBody>
          <a:bodyPr>
            <a:normAutofit fontScale="85000" lnSpcReduction="20000"/>
          </a:bodyPr>
          <a:lstStyle/>
          <a:p>
            <a:pPr>
              <a:defRPr/>
            </a:pPr>
            <a:fld id="{FBAC38E2-8A06-4E5C-9437-4778EA47DF46}" type="slidenum">
              <a:rPr lang="en-US"/>
              <a:pPr>
                <a:defRPr/>
              </a:pPr>
              <a:t>3</a:t>
            </a:fld>
            <a:endParaRPr lang="en-US"/>
          </a:p>
        </p:txBody>
      </p:sp>
      <p:sp>
        <p:nvSpPr>
          <p:cNvPr id="71" name="Slide Number Placeholder 5">
            <a:extLst>
              <a:ext uri="{FF2B5EF4-FFF2-40B4-BE49-F238E27FC236}">
                <a16:creationId xmlns:a16="http://schemas.microsoft.com/office/drawing/2014/main" id="{ACEB11AA-EA79-48B3-9ED3-7B3742962692}"/>
              </a:ext>
            </a:extLst>
          </p:cNvPr>
          <p:cNvSpPr>
            <a:spLocks noGrp="1"/>
          </p:cNvSpPr>
          <p:nvPr>
            <p:ph type="sldNum" sz="quarter" idx="4294967295"/>
          </p:nvPr>
        </p:nvSpPr>
        <p:spPr>
          <a:xfrm>
            <a:off x="0" y="6329363"/>
            <a:ext cx="533400" cy="244475"/>
          </a:xfrm>
        </p:spPr>
        <p:txBody>
          <a:bodyPr>
            <a:normAutofit fontScale="85000" lnSpcReduction="20000"/>
          </a:bodyPr>
          <a:lstStyle/>
          <a:p>
            <a:pPr>
              <a:defRPr/>
            </a:pPr>
            <a:fld id="{F8A5C899-0CF2-4984-AB7A-C737EF720B98}" type="slidenum">
              <a:rPr lang="en-US" altLang="en-US" smtClean="0"/>
              <a:pPr>
                <a:defRPr/>
              </a:pPr>
              <a:t>3</a:t>
            </a:fld>
            <a:endParaRPr lang="en-US" altLang="en-US" dirty="0"/>
          </a:p>
        </p:txBody>
      </p:sp>
      <p:sp>
        <p:nvSpPr>
          <p:cNvPr id="13316" name="Rectangle 3"/>
          <p:cNvSpPr>
            <a:spLocks noChangeArrowheads="1"/>
          </p:cNvSpPr>
          <p:nvPr/>
        </p:nvSpPr>
        <p:spPr bwMode="auto">
          <a:xfrm>
            <a:off x="5410200" y="1447800"/>
            <a:ext cx="685800" cy="4572000"/>
          </a:xfrm>
          <a:prstGeom prst="rect">
            <a:avLst/>
          </a:prstGeom>
          <a:solidFill>
            <a:srgbClr val="00FF00"/>
          </a:solidFill>
          <a:ln w="9525">
            <a:solidFill>
              <a:schemeClr val="tx1"/>
            </a:solidFill>
            <a:miter lim="800000"/>
            <a:headEnd/>
            <a:tailEnd/>
          </a:ln>
        </p:spPr>
        <p:txBody>
          <a:bodyPr wrap="none" anchor="ctr"/>
          <a:lstStyle/>
          <a:p>
            <a:endParaRPr lang="en-US"/>
          </a:p>
        </p:txBody>
      </p:sp>
      <p:sp>
        <p:nvSpPr>
          <p:cNvPr id="13317" name="Rectangle 4"/>
          <p:cNvSpPr>
            <a:spLocks noChangeArrowheads="1"/>
          </p:cNvSpPr>
          <p:nvPr/>
        </p:nvSpPr>
        <p:spPr bwMode="auto">
          <a:xfrm>
            <a:off x="2667000" y="1447800"/>
            <a:ext cx="685800" cy="4572000"/>
          </a:xfrm>
          <a:prstGeom prst="rect">
            <a:avLst/>
          </a:prstGeom>
          <a:solidFill>
            <a:srgbClr val="00FF00"/>
          </a:solidFill>
          <a:ln w="9525">
            <a:solidFill>
              <a:schemeClr val="tx1"/>
            </a:solidFill>
            <a:miter lim="800000"/>
            <a:headEnd/>
            <a:tailEnd/>
          </a:ln>
        </p:spPr>
        <p:txBody>
          <a:bodyPr wrap="none" anchor="ctr"/>
          <a:lstStyle/>
          <a:p>
            <a:endParaRPr lang="en-US"/>
          </a:p>
        </p:txBody>
      </p:sp>
      <p:sp>
        <p:nvSpPr>
          <p:cNvPr id="13318" name="Rectangle 5"/>
          <p:cNvSpPr>
            <a:spLocks noChangeArrowheads="1"/>
          </p:cNvSpPr>
          <p:nvPr/>
        </p:nvSpPr>
        <p:spPr bwMode="auto">
          <a:xfrm>
            <a:off x="4038600" y="1447800"/>
            <a:ext cx="685800" cy="4572000"/>
          </a:xfrm>
          <a:prstGeom prst="rect">
            <a:avLst/>
          </a:prstGeom>
          <a:solidFill>
            <a:srgbClr val="FFFF00"/>
          </a:solidFill>
          <a:ln w="9525">
            <a:solidFill>
              <a:schemeClr val="tx1"/>
            </a:solidFill>
            <a:miter lim="800000"/>
            <a:headEnd/>
            <a:tailEnd/>
          </a:ln>
        </p:spPr>
        <p:txBody>
          <a:bodyPr wrap="none" anchor="ctr"/>
          <a:lstStyle/>
          <a:p>
            <a:endParaRPr lang="en-US"/>
          </a:p>
        </p:txBody>
      </p:sp>
      <p:sp>
        <p:nvSpPr>
          <p:cNvPr id="13319" name="Rectangle 7"/>
          <p:cNvSpPr>
            <a:spLocks noChangeArrowheads="1"/>
          </p:cNvSpPr>
          <p:nvPr/>
        </p:nvSpPr>
        <p:spPr bwMode="auto">
          <a:xfrm>
            <a:off x="1295400" y="1447800"/>
            <a:ext cx="685800" cy="4572000"/>
          </a:xfrm>
          <a:prstGeom prst="rect">
            <a:avLst/>
          </a:prstGeom>
          <a:solidFill>
            <a:srgbClr val="FF6600"/>
          </a:solidFill>
          <a:ln w="9525">
            <a:solidFill>
              <a:schemeClr val="tx1"/>
            </a:solidFill>
            <a:miter lim="800000"/>
            <a:headEnd/>
            <a:tailEnd/>
          </a:ln>
        </p:spPr>
        <p:txBody>
          <a:bodyPr wrap="none" anchor="ctr"/>
          <a:lstStyle/>
          <a:p>
            <a:pPr algn="ctr"/>
            <a:endParaRPr lang="en-US" sz="1600"/>
          </a:p>
        </p:txBody>
      </p:sp>
      <p:sp>
        <p:nvSpPr>
          <p:cNvPr id="13321" name="Rectangle 9"/>
          <p:cNvSpPr>
            <a:spLocks noChangeArrowheads="1"/>
          </p:cNvSpPr>
          <p:nvPr/>
        </p:nvSpPr>
        <p:spPr bwMode="auto">
          <a:xfrm>
            <a:off x="1295400" y="1905000"/>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a:t>3</a:t>
            </a:r>
          </a:p>
        </p:txBody>
      </p:sp>
      <p:sp>
        <p:nvSpPr>
          <p:cNvPr id="13322" name="Rectangle 10"/>
          <p:cNvSpPr>
            <a:spLocks noChangeArrowheads="1"/>
          </p:cNvSpPr>
          <p:nvPr/>
        </p:nvSpPr>
        <p:spPr bwMode="auto">
          <a:xfrm>
            <a:off x="1981200" y="1905000"/>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a:t>1</a:t>
            </a:r>
          </a:p>
        </p:txBody>
      </p:sp>
      <p:sp>
        <p:nvSpPr>
          <p:cNvPr id="13323" name="Rectangle 11"/>
          <p:cNvSpPr>
            <a:spLocks noChangeArrowheads="1"/>
          </p:cNvSpPr>
          <p:nvPr/>
        </p:nvSpPr>
        <p:spPr bwMode="auto">
          <a:xfrm>
            <a:off x="2667000" y="1905000"/>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a:t>7</a:t>
            </a:r>
          </a:p>
        </p:txBody>
      </p:sp>
      <p:sp>
        <p:nvSpPr>
          <p:cNvPr id="13324" name="Rectangle 12"/>
          <p:cNvSpPr>
            <a:spLocks noChangeArrowheads="1"/>
          </p:cNvSpPr>
          <p:nvPr/>
        </p:nvSpPr>
        <p:spPr bwMode="auto">
          <a:xfrm>
            <a:off x="3352800" y="1905000"/>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a:t>0</a:t>
            </a:r>
          </a:p>
        </p:txBody>
      </p:sp>
      <p:sp>
        <p:nvSpPr>
          <p:cNvPr id="13325" name="Rectangle 13"/>
          <p:cNvSpPr>
            <a:spLocks noChangeArrowheads="1"/>
          </p:cNvSpPr>
          <p:nvPr/>
        </p:nvSpPr>
        <p:spPr bwMode="auto">
          <a:xfrm>
            <a:off x="4038600" y="1905000"/>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a:t>4</a:t>
            </a:r>
          </a:p>
        </p:txBody>
      </p:sp>
      <p:sp>
        <p:nvSpPr>
          <p:cNvPr id="13326" name="Rectangle 14"/>
          <p:cNvSpPr>
            <a:spLocks noChangeArrowheads="1"/>
          </p:cNvSpPr>
          <p:nvPr/>
        </p:nvSpPr>
        <p:spPr bwMode="auto">
          <a:xfrm>
            <a:off x="4724400" y="1905000"/>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a:t>1</a:t>
            </a:r>
          </a:p>
        </p:txBody>
      </p:sp>
      <p:sp>
        <p:nvSpPr>
          <p:cNvPr id="13327" name="Rectangle 16"/>
          <p:cNvSpPr>
            <a:spLocks noChangeArrowheads="1"/>
          </p:cNvSpPr>
          <p:nvPr/>
        </p:nvSpPr>
        <p:spPr bwMode="auto">
          <a:xfrm>
            <a:off x="5410200" y="1905000"/>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a:t>6</a:t>
            </a:r>
          </a:p>
        </p:txBody>
      </p:sp>
      <p:sp>
        <p:nvSpPr>
          <p:cNvPr id="13328" name="Rectangle 21"/>
          <p:cNvSpPr>
            <a:spLocks noChangeArrowheads="1"/>
          </p:cNvSpPr>
          <p:nvPr/>
        </p:nvSpPr>
        <p:spPr bwMode="auto">
          <a:xfrm>
            <a:off x="1295400" y="2971800"/>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a:t>4</a:t>
            </a:r>
          </a:p>
        </p:txBody>
      </p:sp>
      <p:sp>
        <p:nvSpPr>
          <p:cNvPr id="13329" name="Rectangle 22"/>
          <p:cNvSpPr>
            <a:spLocks noChangeArrowheads="1"/>
          </p:cNvSpPr>
          <p:nvPr/>
        </p:nvSpPr>
        <p:spPr bwMode="auto">
          <a:xfrm>
            <a:off x="1981200" y="2971800"/>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330" name="Rectangle 23"/>
          <p:cNvSpPr>
            <a:spLocks noChangeArrowheads="1"/>
          </p:cNvSpPr>
          <p:nvPr/>
        </p:nvSpPr>
        <p:spPr bwMode="auto">
          <a:xfrm>
            <a:off x="2667000" y="2971800"/>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a:t>7</a:t>
            </a:r>
          </a:p>
        </p:txBody>
      </p:sp>
      <p:sp>
        <p:nvSpPr>
          <p:cNvPr id="13331" name="Rectangle 24"/>
          <p:cNvSpPr>
            <a:spLocks noChangeArrowheads="1"/>
          </p:cNvSpPr>
          <p:nvPr/>
        </p:nvSpPr>
        <p:spPr bwMode="auto">
          <a:xfrm>
            <a:off x="3352800" y="2971800"/>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332" name="Rectangle 25"/>
          <p:cNvSpPr>
            <a:spLocks noChangeArrowheads="1"/>
          </p:cNvSpPr>
          <p:nvPr/>
        </p:nvSpPr>
        <p:spPr bwMode="auto">
          <a:xfrm>
            <a:off x="4038600" y="2971800"/>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a:t>5</a:t>
            </a:r>
          </a:p>
        </p:txBody>
      </p:sp>
      <p:sp>
        <p:nvSpPr>
          <p:cNvPr id="13333" name="Rectangle 26"/>
          <p:cNvSpPr>
            <a:spLocks noChangeArrowheads="1"/>
          </p:cNvSpPr>
          <p:nvPr/>
        </p:nvSpPr>
        <p:spPr bwMode="auto">
          <a:xfrm>
            <a:off x="4724400" y="2971800"/>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334" name="Rectangle 28"/>
          <p:cNvSpPr>
            <a:spLocks noChangeArrowheads="1"/>
          </p:cNvSpPr>
          <p:nvPr/>
        </p:nvSpPr>
        <p:spPr bwMode="auto">
          <a:xfrm>
            <a:off x="5410200" y="2971800"/>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a:t>9</a:t>
            </a:r>
          </a:p>
        </p:txBody>
      </p:sp>
      <p:sp>
        <p:nvSpPr>
          <p:cNvPr id="13335" name="Rectangle 33"/>
          <p:cNvSpPr>
            <a:spLocks noChangeArrowheads="1"/>
          </p:cNvSpPr>
          <p:nvPr/>
        </p:nvSpPr>
        <p:spPr bwMode="auto">
          <a:xfrm>
            <a:off x="1295400" y="4114800"/>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a:t>11</a:t>
            </a:r>
          </a:p>
        </p:txBody>
      </p:sp>
      <p:sp>
        <p:nvSpPr>
          <p:cNvPr id="13336" name="Rectangle 34"/>
          <p:cNvSpPr>
            <a:spLocks noChangeArrowheads="1"/>
          </p:cNvSpPr>
          <p:nvPr/>
        </p:nvSpPr>
        <p:spPr bwMode="auto">
          <a:xfrm>
            <a:off x="1981200" y="4114800"/>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337" name="Rectangle 35"/>
          <p:cNvSpPr>
            <a:spLocks noChangeArrowheads="1"/>
          </p:cNvSpPr>
          <p:nvPr/>
        </p:nvSpPr>
        <p:spPr bwMode="auto">
          <a:xfrm>
            <a:off x="2667000" y="4114800"/>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338" name="Rectangle 36"/>
          <p:cNvSpPr>
            <a:spLocks noChangeArrowheads="1"/>
          </p:cNvSpPr>
          <p:nvPr/>
        </p:nvSpPr>
        <p:spPr bwMode="auto">
          <a:xfrm>
            <a:off x="3352800" y="4114800"/>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339" name="Rectangle 37"/>
          <p:cNvSpPr>
            <a:spLocks noChangeArrowheads="1"/>
          </p:cNvSpPr>
          <p:nvPr/>
        </p:nvSpPr>
        <p:spPr bwMode="auto">
          <a:xfrm>
            <a:off x="4038600" y="4114800"/>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a:t>14</a:t>
            </a:r>
          </a:p>
        </p:txBody>
      </p:sp>
      <p:sp>
        <p:nvSpPr>
          <p:cNvPr id="13340" name="Rectangle 38"/>
          <p:cNvSpPr>
            <a:spLocks noChangeArrowheads="1"/>
          </p:cNvSpPr>
          <p:nvPr/>
        </p:nvSpPr>
        <p:spPr bwMode="auto">
          <a:xfrm>
            <a:off x="4724400" y="4114800"/>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341" name="Rectangle 40"/>
          <p:cNvSpPr>
            <a:spLocks noChangeArrowheads="1"/>
          </p:cNvSpPr>
          <p:nvPr/>
        </p:nvSpPr>
        <p:spPr bwMode="auto">
          <a:xfrm>
            <a:off x="5410200" y="4114800"/>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342" name="Rectangle 45"/>
          <p:cNvSpPr>
            <a:spLocks noChangeArrowheads="1"/>
          </p:cNvSpPr>
          <p:nvPr/>
        </p:nvSpPr>
        <p:spPr bwMode="auto">
          <a:xfrm>
            <a:off x="1295400" y="5257800"/>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a:t>25</a:t>
            </a:r>
          </a:p>
        </p:txBody>
      </p:sp>
      <p:sp>
        <p:nvSpPr>
          <p:cNvPr id="13343" name="Rectangle 46"/>
          <p:cNvSpPr>
            <a:spLocks noChangeArrowheads="1"/>
          </p:cNvSpPr>
          <p:nvPr/>
        </p:nvSpPr>
        <p:spPr bwMode="auto">
          <a:xfrm>
            <a:off x="1981200" y="5257800"/>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344" name="Rectangle 47"/>
          <p:cNvSpPr>
            <a:spLocks noChangeArrowheads="1"/>
          </p:cNvSpPr>
          <p:nvPr/>
        </p:nvSpPr>
        <p:spPr bwMode="auto">
          <a:xfrm>
            <a:off x="2667000" y="5257800"/>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345" name="Rectangle 48"/>
          <p:cNvSpPr>
            <a:spLocks noChangeArrowheads="1"/>
          </p:cNvSpPr>
          <p:nvPr/>
        </p:nvSpPr>
        <p:spPr bwMode="auto">
          <a:xfrm>
            <a:off x="3352800" y="5257800"/>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346" name="Rectangle 49"/>
          <p:cNvSpPr>
            <a:spLocks noChangeArrowheads="1"/>
          </p:cNvSpPr>
          <p:nvPr/>
        </p:nvSpPr>
        <p:spPr bwMode="auto">
          <a:xfrm>
            <a:off x="4038600" y="5257800"/>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347" name="Rectangle 50"/>
          <p:cNvSpPr>
            <a:spLocks noChangeArrowheads="1"/>
          </p:cNvSpPr>
          <p:nvPr/>
        </p:nvSpPr>
        <p:spPr bwMode="auto">
          <a:xfrm>
            <a:off x="4724400" y="5257800"/>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348" name="Rectangle 52"/>
          <p:cNvSpPr>
            <a:spLocks noChangeArrowheads="1"/>
          </p:cNvSpPr>
          <p:nvPr/>
        </p:nvSpPr>
        <p:spPr bwMode="auto">
          <a:xfrm>
            <a:off x="5410200" y="5257800"/>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349" name="Line 57"/>
          <p:cNvSpPr>
            <a:spLocks noChangeShapeType="1"/>
          </p:cNvSpPr>
          <p:nvPr/>
        </p:nvSpPr>
        <p:spPr bwMode="auto">
          <a:xfrm>
            <a:off x="1600200" y="2362200"/>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50" name="Line 58"/>
          <p:cNvSpPr>
            <a:spLocks noChangeShapeType="1"/>
          </p:cNvSpPr>
          <p:nvPr/>
        </p:nvSpPr>
        <p:spPr bwMode="auto">
          <a:xfrm flipH="1">
            <a:off x="1752600" y="2362200"/>
            <a:ext cx="5334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51" name="Line 59"/>
          <p:cNvSpPr>
            <a:spLocks noChangeShapeType="1"/>
          </p:cNvSpPr>
          <p:nvPr/>
        </p:nvSpPr>
        <p:spPr bwMode="auto">
          <a:xfrm>
            <a:off x="3048000" y="2362200"/>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52" name="Line 60"/>
          <p:cNvSpPr>
            <a:spLocks noChangeShapeType="1"/>
          </p:cNvSpPr>
          <p:nvPr/>
        </p:nvSpPr>
        <p:spPr bwMode="auto">
          <a:xfrm flipH="1">
            <a:off x="3200400" y="2362200"/>
            <a:ext cx="5334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53" name="Line 61"/>
          <p:cNvSpPr>
            <a:spLocks noChangeShapeType="1"/>
          </p:cNvSpPr>
          <p:nvPr/>
        </p:nvSpPr>
        <p:spPr bwMode="auto">
          <a:xfrm>
            <a:off x="4343400" y="2362200"/>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54" name="Line 62"/>
          <p:cNvSpPr>
            <a:spLocks noChangeShapeType="1"/>
          </p:cNvSpPr>
          <p:nvPr/>
        </p:nvSpPr>
        <p:spPr bwMode="auto">
          <a:xfrm flipH="1">
            <a:off x="4495800" y="2362200"/>
            <a:ext cx="5334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55" name="Line 63"/>
          <p:cNvSpPr>
            <a:spLocks noChangeShapeType="1"/>
          </p:cNvSpPr>
          <p:nvPr/>
        </p:nvSpPr>
        <p:spPr bwMode="auto">
          <a:xfrm>
            <a:off x="5791200" y="2362200"/>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56" name="Line 69"/>
          <p:cNvSpPr>
            <a:spLocks noChangeShapeType="1"/>
          </p:cNvSpPr>
          <p:nvPr/>
        </p:nvSpPr>
        <p:spPr bwMode="auto">
          <a:xfrm>
            <a:off x="1600200" y="3429000"/>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57" name="Line 70"/>
          <p:cNvSpPr>
            <a:spLocks noChangeShapeType="1"/>
          </p:cNvSpPr>
          <p:nvPr/>
        </p:nvSpPr>
        <p:spPr bwMode="auto">
          <a:xfrm flipH="1">
            <a:off x="1752600" y="3429000"/>
            <a:ext cx="13716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58" name="Line 71"/>
          <p:cNvSpPr>
            <a:spLocks noChangeShapeType="1"/>
          </p:cNvSpPr>
          <p:nvPr/>
        </p:nvSpPr>
        <p:spPr bwMode="auto">
          <a:xfrm>
            <a:off x="4343400" y="3429000"/>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59" name="Line 72"/>
          <p:cNvSpPr>
            <a:spLocks noChangeShapeType="1"/>
          </p:cNvSpPr>
          <p:nvPr/>
        </p:nvSpPr>
        <p:spPr bwMode="auto">
          <a:xfrm flipH="1">
            <a:off x="4495800" y="3429000"/>
            <a:ext cx="13716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60" name="Line 75"/>
          <p:cNvSpPr>
            <a:spLocks noChangeShapeType="1"/>
          </p:cNvSpPr>
          <p:nvPr/>
        </p:nvSpPr>
        <p:spPr bwMode="auto">
          <a:xfrm>
            <a:off x="1600200" y="4572000"/>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61" name="Line 76"/>
          <p:cNvSpPr>
            <a:spLocks noChangeShapeType="1"/>
          </p:cNvSpPr>
          <p:nvPr/>
        </p:nvSpPr>
        <p:spPr bwMode="auto">
          <a:xfrm flipH="1">
            <a:off x="1752600" y="4572000"/>
            <a:ext cx="27432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62" name="Text Box 77"/>
          <p:cNvSpPr txBox="1">
            <a:spLocks noChangeArrowheads="1"/>
          </p:cNvSpPr>
          <p:nvPr/>
        </p:nvSpPr>
        <p:spPr bwMode="auto">
          <a:xfrm>
            <a:off x="990600" y="2971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Palatino" pitchFamily="18" charset="0"/>
                <a:cs typeface="Arial" charset="0"/>
              </a:defRPr>
            </a:lvl1pPr>
            <a:lvl2pPr marL="742950" indent="-285750" eaLnBrk="0" hangingPunct="0">
              <a:defRPr sz="2400">
                <a:solidFill>
                  <a:schemeClr val="tx1"/>
                </a:solidFill>
                <a:latin typeface="Palatino" pitchFamily="18" charset="0"/>
                <a:cs typeface="Arial" charset="0"/>
              </a:defRPr>
            </a:lvl2pPr>
            <a:lvl3pPr marL="1143000" indent="-228600" eaLnBrk="0" hangingPunct="0">
              <a:defRPr sz="2400">
                <a:solidFill>
                  <a:schemeClr val="tx1"/>
                </a:solidFill>
                <a:latin typeface="Palatino" pitchFamily="18" charset="0"/>
                <a:cs typeface="Arial" charset="0"/>
              </a:defRPr>
            </a:lvl3pPr>
            <a:lvl4pPr marL="1600200" indent="-228600" eaLnBrk="0" hangingPunct="0">
              <a:defRPr sz="2400">
                <a:solidFill>
                  <a:schemeClr val="tx1"/>
                </a:solidFill>
                <a:latin typeface="Palatino" pitchFamily="18" charset="0"/>
                <a:cs typeface="Arial" charset="0"/>
              </a:defRPr>
            </a:lvl4pPr>
            <a:lvl5pPr marL="2057400" indent="-228600" eaLnBrk="0" hangingPunct="0">
              <a:defRPr sz="2400">
                <a:solidFill>
                  <a:schemeClr val="tx1"/>
                </a:solidFill>
                <a:latin typeface="Palatino" pitchFamily="18" charset="0"/>
                <a:cs typeface="Arial" charset="0"/>
              </a:defRPr>
            </a:lvl5pPr>
            <a:lvl6pPr marL="2514600" indent="-228600" eaLnBrk="0" fontAlgn="base" hangingPunct="0">
              <a:spcBef>
                <a:spcPct val="0"/>
              </a:spcBef>
              <a:spcAft>
                <a:spcPct val="0"/>
              </a:spcAft>
              <a:defRPr sz="2400">
                <a:solidFill>
                  <a:schemeClr val="tx1"/>
                </a:solidFill>
                <a:latin typeface="Palatino" pitchFamily="18" charset="0"/>
                <a:cs typeface="Arial" charset="0"/>
              </a:defRPr>
            </a:lvl6pPr>
            <a:lvl7pPr marL="2971800" indent="-228600" eaLnBrk="0" fontAlgn="base" hangingPunct="0">
              <a:spcBef>
                <a:spcPct val="0"/>
              </a:spcBef>
              <a:spcAft>
                <a:spcPct val="0"/>
              </a:spcAft>
              <a:defRPr sz="2400">
                <a:solidFill>
                  <a:schemeClr val="tx1"/>
                </a:solidFill>
                <a:latin typeface="Palatino" pitchFamily="18" charset="0"/>
                <a:cs typeface="Arial" charset="0"/>
              </a:defRPr>
            </a:lvl7pPr>
            <a:lvl8pPr marL="3429000" indent="-228600" eaLnBrk="0" fontAlgn="base" hangingPunct="0">
              <a:spcBef>
                <a:spcPct val="0"/>
              </a:spcBef>
              <a:spcAft>
                <a:spcPct val="0"/>
              </a:spcAft>
              <a:defRPr sz="2400">
                <a:solidFill>
                  <a:schemeClr val="tx1"/>
                </a:solidFill>
                <a:latin typeface="Palatino" pitchFamily="18" charset="0"/>
                <a:cs typeface="Arial" charset="0"/>
              </a:defRPr>
            </a:lvl8pPr>
            <a:lvl9pPr marL="3886200" indent="-228600" eaLnBrk="0" fontAlgn="base" hangingPunct="0">
              <a:spcBef>
                <a:spcPct val="0"/>
              </a:spcBef>
              <a:spcAft>
                <a:spcPct val="0"/>
              </a:spcAft>
              <a:defRPr sz="2400">
                <a:solidFill>
                  <a:schemeClr val="tx1"/>
                </a:solidFill>
                <a:latin typeface="Palatino" pitchFamily="18" charset="0"/>
                <a:cs typeface="Arial" charset="0"/>
              </a:defRPr>
            </a:lvl9pPr>
          </a:lstStyle>
          <a:p>
            <a:pPr eaLnBrk="1" hangingPunct="1"/>
            <a:r>
              <a:rPr lang="en-US"/>
              <a:t>1</a:t>
            </a:r>
          </a:p>
        </p:txBody>
      </p:sp>
      <p:sp>
        <p:nvSpPr>
          <p:cNvPr id="13363" name="Text Box 78"/>
          <p:cNvSpPr txBox="1">
            <a:spLocks noChangeArrowheads="1"/>
          </p:cNvSpPr>
          <p:nvPr/>
        </p:nvSpPr>
        <p:spPr bwMode="auto">
          <a:xfrm>
            <a:off x="990600" y="4114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Palatino" pitchFamily="18" charset="0"/>
                <a:cs typeface="Arial" charset="0"/>
              </a:defRPr>
            </a:lvl1pPr>
            <a:lvl2pPr marL="742950" indent="-285750" eaLnBrk="0" hangingPunct="0">
              <a:defRPr sz="2400">
                <a:solidFill>
                  <a:schemeClr val="tx1"/>
                </a:solidFill>
                <a:latin typeface="Palatino" pitchFamily="18" charset="0"/>
                <a:cs typeface="Arial" charset="0"/>
              </a:defRPr>
            </a:lvl2pPr>
            <a:lvl3pPr marL="1143000" indent="-228600" eaLnBrk="0" hangingPunct="0">
              <a:defRPr sz="2400">
                <a:solidFill>
                  <a:schemeClr val="tx1"/>
                </a:solidFill>
                <a:latin typeface="Palatino" pitchFamily="18" charset="0"/>
                <a:cs typeface="Arial" charset="0"/>
              </a:defRPr>
            </a:lvl3pPr>
            <a:lvl4pPr marL="1600200" indent="-228600" eaLnBrk="0" hangingPunct="0">
              <a:defRPr sz="2400">
                <a:solidFill>
                  <a:schemeClr val="tx1"/>
                </a:solidFill>
                <a:latin typeface="Palatino" pitchFamily="18" charset="0"/>
                <a:cs typeface="Arial" charset="0"/>
              </a:defRPr>
            </a:lvl4pPr>
            <a:lvl5pPr marL="2057400" indent="-228600" eaLnBrk="0" hangingPunct="0">
              <a:defRPr sz="2400">
                <a:solidFill>
                  <a:schemeClr val="tx1"/>
                </a:solidFill>
                <a:latin typeface="Palatino" pitchFamily="18" charset="0"/>
                <a:cs typeface="Arial" charset="0"/>
              </a:defRPr>
            </a:lvl5pPr>
            <a:lvl6pPr marL="2514600" indent="-228600" eaLnBrk="0" fontAlgn="base" hangingPunct="0">
              <a:spcBef>
                <a:spcPct val="0"/>
              </a:spcBef>
              <a:spcAft>
                <a:spcPct val="0"/>
              </a:spcAft>
              <a:defRPr sz="2400">
                <a:solidFill>
                  <a:schemeClr val="tx1"/>
                </a:solidFill>
                <a:latin typeface="Palatino" pitchFamily="18" charset="0"/>
                <a:cs typeface="Arial" charset="0"/>
              </a:defRPr>
            </a:lvl6pPr>
            <a:lvl7pPr marL="2971800" indent="-228600" eaLnBrk="0" fontAlgn="base" hangingPunct="0">
              <a:spcBef>
                <a:spcPct val="0"/>
              </a:spcBef>
              <a:spcAft>
                <a:spcPct val="0"/>
              </a:spcAft>
              <a:defRPr sz="2400">
                <a:solidFill>
                  <a:schemeClr val="tx1"/>
                </a:solidFill>
                <a:latin typeface="Palatino" pitchFamily="18" charset="0"/>
                <a:cs typeface="Arial" charset="0"/>
              </a:defRPr>
            </a:lvl7pPr>
            <a:lvl8pPr marL="3429000" indent="-228600" eaLnBrk="0" fontAlgn="base" hangingPunct="0">
              <a:spcBef>
                <a:spcPct val="0"/>
              </a:spcBef>
              <a:spcAft>
                <a:spcPct val="0"/>
              </a:spcAft>
              <a:defRPr sz="2400">
                <a:solidFill>
                  <a:schemeClr val="tx1"/>
                </a:solidFill>
                <a:latin typeface="Palatino" pitchFamily="18" charset="0"/>
                <a:cs typeface="Arial" charset="0"/>
              </a:defRPr>
            </a:lvl8pPr>
            <a:lvl9pPr marL="3886200" indent="-228600" eaLnBrk="0" fontAlgn="base" hangingPunct="0">
              <a:spcBef>
                <a:spcPct val="0"/>
              </a:spcBef>
              <a:spcAft>
                <a:spcPct val="0"/>
              </a:spcAft>
              <a:defRPr sz="2400">
                <a:solidFill>
                  <a:schemeClr val="tx1"/>
                </a:solidFill>
                <a:latin typeface="Palatino" pitchFamily="18" charset="0"/>
                <a:cs typeface="Arial" charset="0"/>
              </a:defRPr>
            </a:lvl9pPr>
          </a:lstStyle>
          <a:p>
            <a:pPr eaLnBrk="1" hangingPunct="1"/>
            <a:r>
              <a:rPr lang="en-US"/>
              <a:t>2</a:t>
            </a:r>
          </a:p>
        </p:txBody>
      </p:sp>
      <p:sp>
        <p:nvSpPr>
          <p:cNvPr id="13364" name="Text Box 79"/>
          <p:cNvSpPr txBox="1">
            <a:spLocks noChangeArrowheads="1"/>
          </p:cNvSpPr>
          <p:nvPr/>
        </p:nvSpPr>
        <p:spPr bwMode="auto">
          <a:xfrm>
            <a:off x="990600" y="5257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Palatino" pitchFamily="18" charset="0"/>
                <a:cs typeface="Arial" charset="0"/>
              </a:defRPr>
            </a:lvl1pPr>
            <a:lvl2pPr marL="742950" indent="-285750" eaLnBrk="0" hangingPunct="0">
              <a:defRPr sz="2400">
                <a:solidFill>
                  <a:schemeClr val="tx1"/>
                </a:solidFill>
                <a:latin typeface="Palatino" pitchFamily="18" charset="0"/>
                <a:cs typeface="Arial" charset="0"/>
              </a:defRPr>
            </a:lvl2pPr>
            <a:lvl3pPr marL="1143000" indent="-228600" eaLnBrk="0" hangingPunct="0">
              <a:defRPr sz="2400">
                <a:solidFill>
                  <a:schemeClr val="tx1"/>
                </a:solidFill>
                <a:latin typeface="Palatino" pitchFamily="18" charset="0"/>
                <a:cs typeface="Arial" charset="0"/>
              </a:defRPr>
            </a:lvl3pPr>
            <a:lvl4pPr marL="1600200" indent="-228600" eaLnBrk="0" hangingPunct="0">
              <a:defRPr sz="2400">
                <a:solidFill>
                  <a:schemeClr val="tx1"/>
                </a:solidFill>
                <a:latin typeface="Palatino" pitchFamily="18" charset="0"/>
                <a:cs typeface="Arial" charset="0"/>
              </a:defRPr>
            </a:lvl4pPr>
            <a:lvl5pPr marL="2057400" indent="-228600" eaLnBrk="0" hangingPunct="0">
              <a:defRPr sz="2400">
                <a:solidFill>
                  <a:schemeClr val="tx1"/>
                </a:solidFill>
                <a:latin typeface="Palatino" pitchFamily="18" charset="0"/>
                <a:cs typeface="Arial" charset="0"/>
              </a:defRPr>
            </a:lvl5pPr>
            <a:lvl6pPr marL="2514600" indent="-228600" eaLnBrk="0" fontAlgn="base" hangingPunct="0">
              <a:spcBef>
                <a:spcPct val="0"/>
              </a:spcBef>
              <a:spcAft>
                <a:spcPct val="0"/>
              </a:spcAft>
              <a:defRPr sz="2400">
                <a:solidFill>
                  <a:schemeClr val="tx1"/>
                </a:solidFill>
                <a:latin typeface="Palatino" pitchFamily="18" charset="0"/>
                <a:cs typeface="Arial" charset="0"/>
              </a:defRPr>
            </a:lvl6pPr>
            <a:lvl7pPr marL="2971800" indent="-228600" eaLnBrk="0" fontAlgn="base" hangingPunct="0">
              <a:spcBef>
                <a:spcPct val="0"/>
              </a:spcBef>
              <a:spcAft>
                <a:spcPct val="0"/>
              </a:spcAft>
              <a:defRPr sz="2400">
                <a:solidFill>
                  <a:schemeClr val="tx1"/>
                </a:solidFill>
                <a:latin typeface="Palatino" pitchFamily="18" charset="0"/>
                <a:cs typeface="Arial" charset="0"/>
              </a:defRPr>
            </a:lvl7pPr>
            <a:lvl8pPr marL="3429000" indent="-228600" eaLnBrk="0" fontAlgn="base" hangingPunct="0">
              <a:spcBef>
                <a:spcPct val="0"/>
              </a:spcBef>
              <a:spcAft>
                <a:spcPct val="0"/>
              </a:spcAft>
              <a:defRPr sz="2400">
                <a:solidFill>
                  <a:schemeClr val="tx1"/>
                </a:solidFill>
                <a:latin typeface="Palatino" pitchFamily="18" charset="0"/>
                <a:cs typeface="Arial" charset="0"/>
              </a:defRPr>
            </a:lvl8pPr>
            <a:lvl9pPr marL="3886200" indent="-228600" eaLnBrk="0" fontAlgn="base" hangingPunct="0">
              <a:spcBef>
                <a:spcPct val="0"/>
              </a:spcBef>
              <a:spcAft>
                <a:spcPct val="0"/>
              </a:spcAft>
              <a:defRPr sz="2400">
                <a:solidFill>
                  <a:schemeClr val="tx1"/>
                </a:solidFill>
                <a:latin typeface="Palatino" pitchFamily="18" charset="0"/>
                <a:cs typeface="Arial" charset="0"/>
              </a:defRPr>
            </a:lvl9pPr>
          </a:lstStyle>
          <a:p>
            <a:pPr eaLnBrk="1" hangingPunct="1"/>
            <a:r>
              <a:rPr lang="en-US"/>
              <a:t>3</a:t>
            </a:r>
          </a:p>
        </p:txBody>
      </p:sp>
      <p:sp>
        <p:nvSpPr>
          <p:cNvPr id="13366" name="Line 83"/>
          <p:cNvSpPr>
            <a:spLocks noChangeShapeType="1"/>
          </p:cNvSpPr>
          <p:nvPr/>
        </p:nvSpPr>
        <p:spPr bwMode="auto">
          <a:xfrm>
            <a:off x="1600200" y="5715000"/>
            <a:ext cx="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67" name="Text Box 87"/>
          <p:cNvSpPr txBox="1">
            <a:spLocks noChangeArrowheads="1"/>
          </p:cNvSpPr>
          <p:nvPr/>
        </p:nvSpPr>
        <p:spPr bwMode="auto">
          <a:xfrm>
            <a:off x="609600" y="5715000"/>
            <a:ext cx="51809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Palatino" pitchFamily="18" charset="0"/>
                <a:cs typeface="Arial" charset="0"/>
              </a:defRPr>
            </a:lvl1pPr>
            <a:lvl2pPr marL="742950" indent="-285750" eaLnBrk="0" hangingPunct="0">
              <a:defRPr sz="2400">
                <a:solidFill>
                  <a:schemeClr val="tx1"/>
                </a:solidFill>
                <a:latin typeface="Palatino" pitchFamily="18" charset="0"/>
                <a:cs typeface="Arial" charset="0"/>
              </a:defRPr>
            </a:lvl2pPr>
            <a:lvl3pPr marL="1143000" indent="-228600" eaLnBrk="0" hangingPunct="0">
              <a:defRPr sz="2400">
                <a:solidFill>
                  <a:schemeClr val="tx1"/>
                </a:solidFill>
                <a:latin typeface="Palatino" pitchFamily="18" charset="0"/>
                <a:cs typeface="Arial" charset="0"/>
              </a:defRPr>
            </a:lvl3pPr>
            <a:lvl4pPr marL="1600200" indent="-228600" eaLnBrk="0" hangingPunct="0">
              <a:defRPr sz="2400">
                <a:solidFill>
                  <a:schemeClr val="tx1"/>
                </a:solidFill>
                <a:latin typeface="Palatino" pitchFamily="18" charset="0"/>
                <a:cs typeface="Arial" charset="0"/>
              </a:defRPr>
            </a:lvl4pPr>
            <a:lvl5pPr marL="2057400" indent="-228600" eaLnBrk="0" hangingPunct="0">
              <a:defRPr sz="2400">
                <a:solidFill>
                  <a:schemeClr val="tx1"/>
                </a:solidFill>
                <a:latin typeface="Palatino" pitchFamily="18" charset="0"/>
                <a:cs typeface="Arial" charset="0"/>
              </a:defRPr>
            </a:lvl5pPr>
            <a:lvl6pPr marL="2514600" indent="-228600" eaLnBrk="0" fontAlgn="base" hangingPunct="0">
              <a:spcBef>
                <a:spcPct val="0"/>
              </a:spcBef>
              <a:spcAft>
                <a:spcPct val="0"/>
              </a:spcAft>
              <a:defRPr sz="2400">
                <a:solidFill>
                  <a:schemeClr val="tx1"/>
                </a:solidFill>
                <a:latin typeface="Palatino" pitchFamily="18" charset="0"/>
                <a:cs typeface="Arial" charset="0"/>
              </a:defRPr>
            </a:lvl6pPr>
            <a:lvl7pPr marL="2971800" indent="-228600" eaLnBrk="0" fontAlgn="base" hangingPunct="0">
              <a:spcBef>
                <a:spcPct val="0"/>
              </a:spcBef>
              <a:spcAft>
                <a:spcPct val="0"/>
              </a:spcAft>
              <a:defRPr sz="2400">
                <a:solidFill>
                  <a:schemeClr val="tx1"/>
                </a:solidFill>
                <a:latin typeface="Palatino" pitchFamily="18" charset="0"/>
                <a:cs typeface="Arial" charset="0"/>
              </a:defRPr>
            </a:lvl7pPr>
            <a:lvl8pPr marL="3429000" indent="-228600" eaLnBrk="0" fontAlgn="base" hangingPunct="0">
              <a:spcBef>
                <a:spcPct val="0"/>
              </a:spcBef>
              <a:spcAft>
                <a:spcPct val="0"/>
              </a:spcAft>
              <a:defRPr sz="2400">
                <a:solidFill>
                  <a:schemeClr val="tx1"/>
                </a:solidFill>
                <a:latin typeface="Palatino" pitchFamily="18" charset="0"/>
                <a:cs typeface="Arial" charset="0"/>
              </a:defRPr>
            </a:lvl8pPr>
            <a:lvl9pPr marL="3886200" indent="-228600" eaLnBrk="0" fontAlgn="base" hangingPunct="0">
              <a:spcBef>
                <a:spcPct val="0"/>
              </a:spcBef>
              <a:spcAft>
                <a:spcPct val="0"/>
              </a:spcAft>
              <a:defRPr sz="2400">
                <a:solidFill>
                  <a:schemeClr val="tx1"/>
                </a:solidFill>
                <a:latin typeface="Palatino" pitchFamily="18" charset="0"/>
                <a:cs typeface="Arial" charset="0"/>
              </a:defRPr>
            </a:lvl9pPr>
          </a:lstStyle>
          <a:p>
            <a:pPr eaLnBrk="1" hangingPunct="1"/>
            <a:r>
              <a:rPr lang="fa-IR" sz="1600" dirty="0">
                <a:cs typeface="B Nazanin" panose="00000400000000000000" pitchFamily="2" charset="-78"/>
              </a:rPr>
              <a:t>گامها</a:t>
            </a:r>
            <a:endParaRPr lang="en-US" sz="1600" dirty="0">
              <a:cs typeface="B Nazanin" panose="00000400000000000000" pitchFamily="2" charset="-78"/>
            </a:endParaRPr>
          </a:p>
        </p:txBody>
      </p:sp>
      <p:sp>
        <p:nvSpPr>
          <p:cNvPr id="13368" name="Line 88"/>
          <p:cNvSpPr>
            <a:spLocks noChangeShapeType="1"/>
          </p:cNvSpPr>
          <p:nvPr/>
        </p:nvSpPr>
        <p:spPr bwMode="auto">
          <a:xfrm>
            <a:off x="838200" y="4876800"/>
            <a:ext cx="0" cy="7620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69" name="Text Box 89"/>
          <p:cNvSpPr txBox="1">
            <a:spLocks noChangeArrowheads="1"/>
          </p:cNvSpPr>
          <p:nvPr/>
        </p:nvSpPr>
        <p:spPr bwMode="auto">
          <a:xfrm>
            <a:off x="1447800" y="1140023"/>
            <a:ext cx="4427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Palatino" pitchFamily="18" charset="0"/>
                <a:cs typeface="Arial" charset="0"/>
              </a:defRPr>
            </a:lvl1pPr>
            <a:lvl2pPr marL="742950" indent="-285750" eaLnBrk="0" hangingPunct="0">
              <a:defRPr sz="2400">
                <a:solidFill>
                  <a:schemeClr val="tx1"/>
                </a:solidFill>
                <a:latin typeface="Palatino" pitchFamily="18" charset="0"/>
                <a:cs typeface="Arial" charset="0"/>
              </a:defRPr>
            </a:lvl2pPr>
            <a:lvl3pPr marL="1143000" indent="-228600" eaLnBrk="0" hangingPunct="0">
              <a:defRPr sz="2400">
                <a:solidFill>
                  <a:schemeClr val="tx1"/>
                </a:solidFill>
                <a:latin typeface="Palatino" pitchFamily="18" charset="0"/>
                <a:cs typeface="Arial" charset="0"/>
              </a:defRPr>
            </a:lvl3pPr>
            <a:lvl4pPr marL="1600200" indent="-228600" eaLnBrk="0" hangingPunct="0">
              <a:defRPr sz="2400">
                <a:solidFill>
                  <a:schemeClr val="tx1"/>
                </a:solidFill>
                <a:latin typeface="Palatino" pitchFamily="18" charset="0"/>
                <a:cs typeface="Arial" charset="0"/>
              </a:defRPr>
            </a:lvl4pPr>
            <a:lvl5pPr marL="2057400" indent="-228600" eaLnBrk="0" hangingPunct="0">
              <a:defRPr sz="2400">
                <a:solidFill>
                  <a:schemeClr val="tx1"/>
                </a:solidFill>
                <a:latin typeface="Palatino" pitchFamily="18" charset="0"/>
                <a:cs typeface="Arial" charset="0"/>
              </a:defRPr>
            </a:lvl5pPr>
            <a:lvl6pPr marL="2514600" indent="-228600" eaLnBrk="0" fontAlgn="base" hangingPunct="0">
              <a:spcBef>
                <a:spcPct val="0"/>
              </a:spcBef>
              <a:spcAft>
                <a:spcPct val="0"/>
              </a:spcAft>
              <a:defRPr sz="2400">
                <a:solidFill>
                  <a:schemeClr val="tx1"/>
                </a:solidFill>
                <a:latin typeface="Palatino" pitchFamily="18" charset="0"/>
                <a:cs typeface="Arial" charset="0"/>
              </a:defRPr>
            </a:lvl6pPr>
            <a:lvl7pPr marL="2971800" indent="-228600" eaLnBrk="0" fontAlgn="base" hangingPunct="0">
              <a:spcBef>
                <a:spcPct val="0"/>
              </a:spcBef>
              <a:spcAft>
                <a:spcPct val="0"/>
              </a:spcAft>
              <a:defRPr sz="2400">
                <a:solidFill>
                  <a:schemeClr val="tx1"/>
                </a:solidFill>
                <a:latin typeface="Palatino" pitchFamily="18" charset="0"/>
                <a:cs typeface="Arial" charset="0"/>
              </a:defRPr>
            </a:lvl7pPr>
            <a:lvl8pPr marL="3429000" indent="-228600" eaLnBrk="0" fontAlgn="base" hangingPunct="0">
              <a:spcBef>
                <a:spcPct val="0"/>
              </a:spcBef>
              <a:spcAft>
                <a:spcPct val="0"/>
              </a:spcAft>
              <a:defRPr sz="2400">
                <a:solidFill>
                  <a:schemeClr val="tx1"/>
                </a:solidFill>
                <a:latin typeface="Palatino" pitchFamily="18" charset="0"/>
                <a:cs typeface="Arial" charset="0"/>
              </a:defRPr>
            </a:lvl8pPr>
            <a:lvl9pPr marL="3886200" indent="-228600" eaLnBrk="0" fontAlgn="base" hangingPunct="0">
              <a:spcBef>
                <a:spcPct val="0"/>
              </a:spcBef>
              <a:spcAft>
                <a:spcPct val="0"/>
              </a:spcAft>
              <a:defRPr sz="2400">
                <a:solidFill>
                  <a:schemeClr val="tx1"/>
                </a:solidFill>
                <a:latin typeface="Palatino" pitchFamily="18" charset="0"/>
                <a:cs typeface="Arial" charset="0"/>
              </a:defRPr>
            </a:lvl9pPr>
          </a:lstStyle>
          <a:p>
            <a:pPr eaLnBrk="1" hangingPunct="1"/>
            <a:r>
              <a:rPr lang="fa-IR" sz="1400" b="1" dirty="0">
                <a:cs typeface="B Nazanin" panose="00000400000000000000" pitchFamily="2" charset="-78"/>
              </a:rPr>
              <a:t>نخ 0</a:t>
            </a:r>
            <a:endParaRPr lang="en-US" sz="1400" b="1" dirty="0">
              <a:cs typeface="B Nazanin" panose="00000400000000000000" pitchFamily="2" charset="-78"/>
            </a:endParaRPr>
          </a:p>
        </p:txBody>
      </p:sp>
      <p:sp>
        <p:nvSpPr>
          <p:cNvPr id="13370" name="Text Box 91"/>
          <p:cNvSpPr txBox="1">
            <a:spLocks noChangeArrowheads="1"/>
          </p:cNvSpPr>
          <p:nvPr/>
        </p:nvSpPr>
        <p:spPr bwMode="auto">
          <a:xfrm>
            <a:off x="2819400" y="1140023"/>
            <a:ext cx="4427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Palatino" pitchFamily="18" charset="0"/>
                <a:cs typeface="Arial" charset="0"/>
              </a:defRPr>
            </a:lvl1pPr>
            <a:lvl2pPr marL="742950" indent="-285750" eaLnBrk="0" hangingPunct="0">
              <a:defRPr sz="2400">
                <a:solidFill>
                  <a:schemeClr val="tx1"/>
                </a:solidFill>
                <a:latin typeface="Palatino" pitchFamily="18" charset="0"/>
                <a:cs typeface="Arial" charset="0"/>
              </a:defRPr>
            </a:lvl2pPr>
            <a:lvl3pPr marL="1143000" indent="-228600" eaLnBrk="0" hangingPunct="0">
              <a:defRPr sz="2400">
                <a:solidFill>
                  <a:schemeClr val="tx1"/>
                </a:solidFill>
                <a:latin typeface="Palatino" pitchFamily="18" charset="0"/>
                <a:cs typeface="Arial" charset="0"/>
              </a:defRPr>
            </a:lvl3pPr>
            <a:lvl4pPr marL="1600200" indent="-228600" eaLnBrk="0" hangingPunct="0">
              <a:defRPr sz="2400">
                <a:solidFill>
                  <a:schemeClr val="tx1"/>
                </a:solidFill>
                <a:latin typeface="Palatino" pitchFamily="18" charset="0"/>
                <a:cs typeface="Arial" charset="0"/>
              </a:defRPr>
            </a:lvl4pPr>
            <a:lvl5pPr marL="2057400" indent="-228600" eaLnBrk="0" hangingPunct="0">
              <a:defRPr sz="2400">
                <a:solidFill>
                  <a:schemeClr val="tx1"/>
                </a:solidFill>
                <a:latin typeface="Palatino" pitchFamily="18" charset="0"/>
                <a:cs typeface="Arial" charset="0"/>
              </a:defRPr>
            </a:lvl5pPr>
            <a:lvl6pPr marL="2514600" indent="-228600" eaLnBrk="0" fontAlgn="base" hangingPunct="0">
              <a:spcBef>
                <a:spcPct val="0"/>
              </a:spcBef>
              <a:spcAft>
                <a:spcPct val="0"/>
              </a:spcAft>
              <a:defRPr sz="2400">
                <a:solidFill>
                  <a:schemeClr val="tx1"/>
                </a:solidFill>
                <a:latin typeface="Palatino" pitchFamily="18" charset="0"/>
                <a:cs typeface="Arial" charset="0"/>
              </a:defRPr>
            </a:lvl6pPr>
            <a:lvl7pPr marL="2971800" indent="-228600" eaLnBrk="0" fontAlgn="base" hangingPunct="0">
              <a:spcBef>
                <a:spcPct val="0"/>
              </a:spcBef>
              <a:spcAft>
                <a:spcPct val="0"/>
              </a:spcAft>
              <a:defRPr sz="2400">
                <a:solidFill>
                  <a:schemeClr val="tx1"/>
                </a:solidFill>
                <a:latin typeface="Palatino" pitchFamily="18" charset="0"/>
                <a:cs typeface="Arial" charset="0"/>
              </a:defRPr>
            </a:lvl7pPr>
            <a:lvl8pPr marL="3429000" indent="-228600" eaLnBrk="0" fontAlgn="base" hangingPunct="0">
              <a:spcBef>
                <a:spcPct val="0"/>
              </a:spcBef>
              <a:spcAft>
                <a:spcPct val="0"/>
              </a:spcAft>
              <a:defRPr sz="2400">
                <a:solidFill>
                  <a:schemeClr val="tx1"/>
                </a:solidFill>
                <a:latin typeface="Palatino" pitchFamily="18" charset="0"/>
                <a:cs typeface="Arial" charset="0"/>
              </a:defRPr>
            </a:lvl8pPr>
            <a:lvl9pPr marL="3886200" indent="-228600" eaLnBrk="0" fontAlgn="base" hangingPunct="0">
              <a:spcBef>
                <a:spcPct val="0"/>
              </a:spcBef>
              <a:spcAft>
                <a:spcPct val="0"/>
              </a:spcAft>
              <a:defRPr sz="2400">
                <a:solidFill>
                  <a:schemeClr val="tx1"/>
                </a:solidFill>
                <a:latin typeface="Palatino" pitchFamily="18" charset="0"/>
                <a:cs typeface="Arial" charset="0"/>
              </a:defRPr>
            </a:lvl9pPr>
          </a:lstStyle>
          <a:p>
            <a:pPr eaLnBrk="1" hangingPunct="1"/>
            <a:r>
              <a:rPr lang="fa-IR" sz="1400" b="1" dirty="0">
                <a:cs typeface="B Nazanin" panose="00000400000000000000" pitchFamily="2" charset="-78"/>
              </a:rPr>
              <a:t>نخ 1</a:t>
            </a:r>
            <a:endParaRPr lang="en-US" sz="1400" b="1" dirty="0">
              <a:cs typeface="B Nazanin" panose="00000400000000000000" pitchFamily="2" charset="-78"/>
            </a:endParaRPr>
          </a:p>
        </p:txBody>
      </p:sp>
      <p:sp>
        <p:nvSpPr>
          <p:cNvPr id="13371" name="Text Box 92"/>
          <p:cNvSpPr txBox="1">
            <a:spLocks noChangeArrowheads="1"/>
          </p:cNvSpPr>
          <p:nvPr/>
        </p:nvSpPr>
        <p:spPr bwMode="auto">
          <a:xfrm>
            <a:off x="4191000" y="1140023"/>
            <a:ext cx="46198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Palatino" pitchFamily="18" charset="0"/>
                <a:cs typeface="Arial" charset="0"/>
              </a:defRPr>
            </a:lvl1pPr>
            <a:lvl2pPr marL="742950" indent="-285750" eaLnBrk="0" hangingPunct="0">
              <a:defRPr sz="2400">
                <a:solidFill>
                  <a:schemeClr val="tx1"/>
                </a:solidFill>
                <a:latin typeface="Palatino" pitchFamily="18" charset="0"/>
                <a:cs typeface="Arial" charset="0"/>
              </a:defRPr>
            </a:lvl2pPr>
            <a:lvl3pPr marL="1143000" indent="-228600" eaLnBrk="0" hangingPunct="0">
              <a:defRPr sz="2400">
                <a:solidFill>
                  <a:schemeClr val="tx1"/>
                </a:solidFill>
                <a:latin typeface="Palatino" pitchFamily="18" charset="0"/>
                <a:cs typeface="Arial" charset="0"/>
              </a:defRPr>
            </a:lvl3pPr>
            <a:lvl4pPr marL="1600200" indent="-228600" eaLnBrk="0" hangingPunct="0">
              <a:defRPr sz="2400">
                <a:solidFill>
                  <a:schemeClr val="tx1"/>
                </a:solidFill>
                <a:latin typeface="Palatino" pitchFamily="18" charset="0"/>
                <a:cs typeface="Arial" charset="0"/>
              </a:defRPr>
            </a:lvl4pPr>
            <a:lvl5pPr marL="2057400" indent="-228600" eaLnBrk="0" hangingPunct="0">
              <a:defRPr sz="2400">
                <a:solidFill>
                  <a:schemeClr val="tx1"/>
                </a:solidFill>
                <a:latin typeface="Palatino" pitchFamily="18" charset="0"/>
                <a:cs typeface="Arial" charset="0"/>
              </a:defRPr>
            </a:lvl5pPr>
            <a:lvl6pPr marL="2514600" indent="-228600" eaLnBrk="0" fontAlgn="base" hangingPunct="0">
              <a:spcBef>
                <a:spcPct val="0"/>
              </a:spcBef>
              <a:spcAft>
                <a:spcPct val="0"/>
              </a:spcAft>
              <a:defRPr sz="2400">
                <a:solidFill>
                  <a:schemeClr val="tx1"/>
                </a:solidFill>
                <a:latin typeface="Palatino" pitchFamily="18" charset="0"/>
                <a:cs typeface="Arial" charset="0"/>
              </a:defRPr>
            </a:lvl6pPr>
            <a:lvl7pPr marL="2971800" indent="-228600" eaLnBrk="0" fontAlgn="base" hangingPunct="0">
              <a:spcBef>
                <a:spcPct val="0"/>
              </a:spcBef>
              <a:spcAft>
                <a:spcPct val="0"/>
              </a:spcAft>
              <a:defRPr sz="2400">
                <a:solidFill>
                  <a:schemeClr val="tx1"/>
                </a:solidFill>
                <a:latin typeface="Palatino" pitchFamily="18" charset="0"/>
                <a:cs typeface="Arial" charset="0"/>
              </a:defRPr>
            </a:lvl7pPr>
            <a:lvl8pPr marL="3429000" indent="-228600" eaLnBrk="0" fontAlgn="base" hangingPunct="0">
              <a:spcBef>
                <a:spcPct val="0"/>
              </a:spcBef>
              <a:spcAft>
                <a:spcPct val="0"/>
              </a:spcAft>
              <a:defRPr sz="2400">
                <a:solidFill>
                  <a:schemeClr val="tx1"/>
                </a:solidFill>
                <a:latin typeface="Palatino" pitchFamily="18" charset="0"/>
                <a:cs typeface="Arial" charset="0"/>
              </a:defRPr>
            </a:lvl8pPr>
            <a:lvl9pPr marL="3886200" indent="-228600" eaLnBrk="0" fontAlgn="base" hangingPunct="0">
              <a:spcBef>
                <a:spcPct val="0"/>
              </a:spcBef>
              <a:spcAft>
                <a:spcPct val="0"/>
              </a:spcAft>
              <a:defRPr sz="2400">
                <a:solidFill>
                  <a:schemeClr val="tx1"/>
                </a:solidFill>
                <a:latin typeface="Palatino" pitchFamily="18" charset="0"/>
                <a:cs typeface="Arial" charset="0"/>
              </a:defRPr>
            </a:lvl9pPr>
          </a:lstStyle>
          <a:p>
            <a:pPr eaLnBrk="1" hangingPunct="1"/>
            <a:r>
              <a:rPr lang="fa-IR" sz="1400" b="1" dirty="0">
                <a:cs typeface="B Nazanin" panose="00000400000000000000" pitchFamily="2" charset="-78"/>
              </a:rPr>
              <a:t>نخ 2</a:t>
            </a:r>
            <a:endParaRPr lang="en-US" sz="1400" b="1" dirty="0">
              <a:cs typeface="B Nazanin" panose="00000400000000000000" pitchFamily="2" charset="-78"/>
            </a:endParaRPr>
          </a:p>
        </p:txBody>
      </p:sp>
      <p:sp>
        <p:nvSpPr>
          <p:cNvPr id="13372" name="Text Box 93"/>
          <p:cNvSpPr txBox="1">
            <a:spLocks noChangeArrowheads="1"/>
          </p:cNvSpPr>
          <p:nvPr/>
        </p:nvSpPr>
        <p:spPr bwMode="auto">
          <a:xfrm>
            <a:off x="5562600" y="1140023"/>
            <a:ext cx="47641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Palatino" pitchFamily="18" charset="0"/>
                <a:cs typeface="Arial" charset="0"/>
              </a:defRPr>
            </a:lvl1pPr>
            <a:lvl2pPr marL="742950" indent="-285750" eaLnBrk="0" hangingPunct="0">
              <a:defRPr sz="2400">
                <a:solidFill>
                  <a:schemeClr val="tx1"/>
                </a:solidFill>
                <a:latin typeface="Palatino" pitchFamily="18" charset="0"/>
                <a:cs typeface="Arial" charset="0"/>
              </a:defRPr>
            </a:lvl2pPr>
            <a:lvl3pPr marL="1143000" indent="-228600" eaLnBrk="0" hangingPunct="0">
              <a:defRPr sz="2400">
                <a:solidFill>
                  <a:schemeClr val="tx1"/>
                </a:solidFill>
                <a:latin typeface="Palatino" pitchFamily="18" charset="0"/>
                <a:cs typeface="Arial" charset="0"/>
              </a:defRPr>
            </a:lvl3pPr>
            <a:lvl4pPr marL="1600200" indent="-228600" eaLnBrk="0" hangingPunct="0">
              <a:defRPr sz="2400">
                <a:solidFill>
                  <a:schemeClr val="tx1"/>
                </a:solidFill>
                <a:latin typeface="Palatino" pitchFamily="18" charset="0"/>
                <a:cs typeface="Arial" charset="0"/>
              </a:defRPr>
            </a:lvl4pPr>
            <a:lvl5pPr marL="2057400" indent="-228600" eaLnBrk="0" hangingPunct="0">
              <a:defRPr sz="2400">
                <a:solidFill>
                  <a:schemeClr val="tx1"/>
                </a:solidFill>
                <a:latin typeface="Palatino" pitchFamily="18" charset="0"/>
                <a:cs typeface="Arial" charset="0"/>
              </a:defRPr>
            </a:lvl5pPr>
            <a:lvl6pPr marL="2514600" indent="-228600" eaLnBrk="0" fontAlgn="base" hangingPunct="0">
              <a:spcBef>
                <a:spcPct val="0"/>
              </a:spcBef>
              <a:spcAft>
                <a:spcPct val="0"/>
              </a:spcAft>
              <a:defRPr sz="2400">
                <a:solidFill>
                  <a:schemeClr val="tx1"/>
                </a:solidFill>
                <a:latin typeface="Palatino" pitchFamily="18" charset="0"/>
                <a:cs typeface="Arial" charset="0"/>
              </a:defRPr>
            </a:lvl6pPr>
            <a:lvl7pPr marL="2971800" indent="-228600" eaLnBrk="0" fontAlgn="base" hangingPunct="0">
              <a:spcBef>
                <a:spcPct val="0"/>
              </a:spcBef>
              <a:spcAft>
                <a:spcPct val="0"/>
              </a:spcAft>
              <a:defRPr sz="2400">
                <a:solidFill>
                  <a:schemeClr val="tx1"/>
                </a:solidFill>
                <a:latin typeface="Palatino" pitchFamily="18" charset="0"/>
                <a:cs typeface="Arial" charset="0"/>
              </a:defRPr>
            </a:lvl7pPr>
            <a:lvl8pPr marL="3429000" indent="-228600" eaLnBrk="0" fontAlgn="base" hangingPunct="0">
              <a:spcBef>
                <a:spcPct val="0"/>
              </a:spcBef>
              <a:spcAft>
                <a:spcPct val="0"/>
              </a:spcAft>
              <a:defRPr sz="2400">
                <a:solidFill>
                  <a:schemeClr val="tx1"/>
                </a:solidFill>
                <a:latin typeface="Palatino" pitchFamily="18" charset="0"/>
                <a:cs typeface="Arial" charset="0"/>
              </a:defRPr>
            </a:lvl8pPr>
            <a:lvl9pPr marL="3886200" indent="-228600" eaLnBrk="0" fontAlgn="base" hangingPunct="0">
              <a:spcBef>
                <a:spcPct val="0"/>
              </a:spcBef>
              <a:spcAft>
                <a:spcPct val="0"/>
              </a:spcAft>
              <a:defRPr sz="2400">
                <a:solidFill>
                  <a:schemeClr val="tx1"/>
                </a:solidFill>
                <a:latin typeface="Palatino" pitchFamily="18" charset="0"/>
                <a:cs typeface="Arial" charset="0"/>
              </a:defRPr>
            </a:lvl9pPr>
          </a:lstStyle>
          <a:p>
            <a:pPr eaLnBrk="1" hangingPunct="1"/>
            <a:r>
              <a:rPr lang="fa-IR" sz="1400" b="1" dirty="0">
                <a:cs typeface="B Nazanin" panose="00000400000000000000" pitchFamily="2" charset="-78"/>
              </a:rPr>
              <a:t>نخ 3</a:t>
            </a:r>
            <a:endParaRPr lang="en-US" sz="1400" b="1" dirty="0">
              <a:cs typeface="B Nazanin" panose="00000400000000000000" pitchFamily="2" charset="-78"/>
            </a:endParaRPr>
          </a:p>
        </p:txBody>
      </p:sp>
      <p:sp>
        <p:nvSpPr>
          <p:cNvPr id="13373" name="TextBox 1"/>
          <p:cNvSpPr txBox="1">
            <a:spLocks noChangeArrowheads="1"/>
          </p:cNvSpPr>
          <p:nvPr/>
        </p:nvSpPr>
        <p:spPr bwMode="auto">
          <a:xfrm>
            <a:off x="609600" y="1900238"/>
            <a:ext cx="685800"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Palatino" pitchFamily="18" charset="0"/>
                <a:cs typeface="Arial" charset="0"/>
              </a:defRPr>
            </a:lvl1pPr>
            <a:lvl2pPr marL="742950" indent="-285750" eaLnBrk="0" hangingPunct="0">
              <a:defRPr sz="2400">
                <a:solidFill>
                  <a:schemeClr val="tx1"/>
                </a:solidFill>
                <a:latin typeface="Palatino" pitchFamily="18" charset="0"/>
                <a:cs typeface="Arial" charset="0"/>
              </a:defRPr>
            </a:lvl2pPr>
            <a:lvl3pPr marL="1143000" indent="-228600" eaLnBrk="0" hangingPunct="0">
              <a:defRPr sz="2400">
                <a:solidFill>
                  <a:schemeClr val="tx1"/>
                </a:solidFill>
                <a:latin typeface="Palatino" pitchFamily="18" charset="0"/>
                <a:cs typeface="Arial" charset="0"/>
              </a:defRPr>
            </a:lvl3pPr>
            <a:lvl4pPr marL="1600200" indent="-228600" eaLnBrk="0" hangingPunct="0">
              <a:defRPr sz="2400">
                <a:solidFill>
                  <a:schemeClr val="tx1"/>
                </a:solidFill>
                <a:latin typeface="Palatino" pitchFamily="18" charset="0"/>
                <a:cs typeface="Arial" charset="0"/>
              </a:defRPr>
            </a:lvl4pPr>
            <a:lvl5pPr marL="2057400" indent="-228600" eaLnBrk="0" hangingPunct="0">
              <a:defRPr sz="2400">
                <a:solidFill>
                  <a:schemeClr val="tx1"/>
                </a:solidFill>
                <a:latin typeface="Palatino" pitchFamily="18" charset="0"/>
                <a:cs typeface="Arial" charset="0"/>
              </a:defRPr>
            </a:lvl5pPr>
            <a:lvl6pPr marL="2514600" indent="-228600" eaLnBrk="0" fontAlgn="base" hangingPunct="0">
              <a:spcBef>
                <a:spcPct val="0"/>
              </a:spcBef>
              <a:spcAft>
                <a:spcPct val="0"/>
              </a:spcAft>
              <a:defRPr sz="2400">
                <a:solidFill>
                  <a:schemeClr val="tx1"/>
                </a:solidFill>
                <a:latin typeface="Palatino" pitchFamily="18" charset="0"/>
                <a:cs typeface="Arial" charset="0"/>
              </a:defRPr>
            </a:lvl6pPr>
            <a:lvl7pPr marL="2971800" indent="-228600" eaLnBrk="0" fontAlgn="base" hangingPunct="0">
              <a:spcBef>
                <a:spcPct val="0"/>
              </a:spcBef>
              <a:spcAft>
                <a:spcPct val="0"/>
              </a:spcAft>
              <a:defRPr sz="2400">
                <a:solidFill>
                  <a:schemeClr val="tx1"/>
                </a:solidFill>
                <a:latin typeface="Palatino" pitchFamily="18" charset="0"/>
                <a:cs typeface="Arial" charset="0"/>
              </a:defRPr>
            </a:lvl7pPr>
            <a:lvl8pPr marL="3429000" indent="-228600" eaLnBrk="0" fontAlgn="base" hangingPunct="0">
              <a:spcBef>
                <a:spcPct val="0"/>
              </a:spcBef>
              <a:spcAft>
                <a:spcPct val="0"/>
              </a:spcAft>
              <a:defRPr sz="2400">
                <a:solidFill>
                  <a:schemeClr val="tx1"/>
                </a:solidFill>
                <a:latin typeface="Palatino" pitchFamily="18" charset="0"/>
                <a:cs typeface="Arial" charset="0"/>
              </a:defRPr>
            </a:lvl8pPr>
            <a:lvl9pPr marL="3886200" indent="-228600" eaLnBrk="0" fontAlgn="base" hangingPunct="0">
              <a:spcBef>
                <a:spcPct val="0"/>
              </a:spcBef>
              <a:spcAft>
                <a:spcPct val="0"/>
              </a:spcAft>
              <a:defRPr sz="2400">
                <a:solidFill>
                  <a:schemeClr val="tx1"/>
                </a:solidFill>
                <a:latin typeface="Palatino" pitchFamily="18" charset="0"/>
                <a:cs typeface="Arial" charset="0"/>
              </a:defRPr>
            </a:lvl9pPr>
          </a:lstStyle>
          <a:p>
            <a:pPr eaLnBrk="1" hangingPunct="1"/>
            <a:r>
              <a:rPr lang="fa-IR" sz="2000" dirty="0">
                <a:cs typeface="B Nazanin" panose="00000400000000000000" pitchFamily="2" charset="-78"/>
              </a:rPr>
              <a:t>داده</a:t>
            </a:r>
            <a:endParaRPr lang="en-US" sz="2000" dirty="0">
              <a:cs typeface="B Nazanin" panose="00000400000000000000" pitchFamily="2" charset="-78"/>
            </a:endParaRPr>
          </a:p>
        </p:txBody>
      </p:sp>
      <p:sp>
        <p:nvSpPr>
          <p:cNvPr id="13374" name="Rectangle 16"/>
          <p:cNvSpPr>
            <a:spLocks noChangeArrowheads="1"/>
          </p:cNvSpPr>
          <p:nvPr/>
        </p:nvSpPr>
        <p:spPr bwMode="auto">
          <a:xfrm>
            <a:off x="6084888" y="1900238"/>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a:t>3</a:t>
            </a:r>
          </a:p>
        </p:txBody>
      </p:sp>
      <p:sp>
        <p:nvSpPr>
          <p:cNvPr id="13375" name="Line 62"/>
          <p:cNvSpPr>
            <a:spLocks noChangeShapeType="1"/>
          </p:cNvSpPr>
          <p:nvPr/>
        </p:nvSpPr>
        <p:spPr bwMode="auto">
          <a:xfrm flipH="1">
            <a:off x="5894388" y="2362200"/>
            <a:ext cx="5334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76" name="Rectangle 16"/>
          <p:cNvSpPr>
            <a:spLocks noChangeArrowheads="1"/>
          </p:cNvSpPr>
          <p:nvPr/>
        </p:nvSpPr>
        <p:spPr bwMode="auto">
          <a:xfrm>
            <a:off x="7772401" y="3124200"/>
            <a:ext cx="685800" cy="457200"/>
          </a:xfrm>
          <a:prstGeom prst="rect">
            <a:avLst/>
          </a:prstGeom>
          <a:solidFill>
            <a:srgbClr val="FF0000"/>
          </a:solidFill>
          <a:ln w="9525">
            <a:solidFill>
              <a:schemeClr val="tx1"/>
            </a:solidFill>
            <a:miter lim="800000"/>
            <a:headEnd/>
            <a:tailEnd/>
          </a:ln>
        </p:spPr>
        <p:txBody>
          <a:bodyPr wrap="none" anchor="ctr"/>
          <a:lstStyle/>
          <a:p>
            <a:pPr algn="ctr"/>
            <a:endParaRPr lang="en-US"/>
          </a:p>
        </p:txBody>
      </p:sp>
      <p:sp>
        <p:nvSpPr>
          <p:cNvPr id="13377" name="TextBox 2"/>
          <p:cNvSpPr txBox="1">
            <a:spLocks noChangeArrowheads="1"/>
          </p:cNvSpPr>
          <p:nvPr/>
        </p:nvSpPr>
        <p:spPr bwMode="auto">
          <a:xfrm>
            <a:off x="6705600" y="3698875"/>
            <a:ext cx="265413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Palatino" pitchFamily="18" charset="0"/>
                <a:cs typeface="Arial" charset="0"/>
              </a:defRPr>
            </a:lvl1pPr>
            <a:lvl2pPr marL="742950" indent="-285750" eaLnBrk="0" hangingPunct="0">
              <a:defRPr sz="2400">
                <a:solidFill>
                  <a:schemeClr val="tx1"/>
                </a:solidFill>
                <a:latin typeface="Palatino" pitchFamily="18" charset="0"/>
                <a:cs typeface="Arial" charset="0"/>
              </a:defRPr>
            </a:lvl2pPr>
            <a:lvl3pPr marL="1143000" indent="-228600" eaLnBrk="0" hangingPunct="0">
              <a:defRPr sz="2400">
                <a:solidFill>
                  <a:schemeClr val="tx1"/>
                </a:solidFill>
                <a:latin typeface="Palatino" pitchFamily="18" charset="0"/>
                <a:cs typeface="Arial" charset="0"/>
              </a:defRPr>
            </a:lvl3pPr>
            <a:lvl4pPr marL="1600200" indent="-228600" eaLnBrk="0" hangingPunct="0">
              <a:defRPr sz="2400">
                <a:solidFill>
                  <a:schemeClr val="tx1"/>
                </a:solidFill>
                <a:latin typeface="Palatino" pitchFamily="18" charset="0"/>
                <a:cs typeface="Arial" charset="0"/>
              </a:defRPr>
            </a:lvl4pPr>
            <a:lvl5pPr marL="2057400" indent="-228600" eaLnBrk="0" hangingPunct="0">
              <a:defRPr sz="2400">
                <a:solidFill>
                  <a:schemeClr val="tx1"/>
                </a:solidFill>
                <a:latin typeface="Palatino" pitchFamily="18" charset="0"/>
                <a:cs typeface="Arial" charset="0"/>
              </a:defRPr>
            </a:lvl5pPr>
            <a:lvl6pPr marL="2514600" indent="-228600" eaLnBrk="0" fontAlgn="base" hangingPunct="0">
              <a:spcBef>
                <a:spcPct val="0"/>
              </a:spcBef>
              <a:spcAft>
                <a:spcPct val="0"/>
              </a:spcAft>
              <a:defRPr sz="2400">
                <a:solidFill>
                  <a:schemeClr val="tx1"/>
                </a:solidFill>
                <a:latin typeface="Palatino" pitchFamily="18" charset="0"/>
                <a:cs typeface="Arial" charset="0"/>
              </a:defRPr>
            </a:lvl6pPr>
            <a:lvl7pPr marL="2971800" indent="-228600" eaLnBrk="0" fontAlgn="base" hangingPunct="0">
              <a:spcBef>
                <a:spcPct val="0"/>
              </a:spcBef>
              <a:spcAft>
                <a:spcPct val="0"/>
              </a:spcAft>
              <a:defRPr sz="2400">
                <a:solidFill>
                  <a:schemeClr val="tx1"/>
                </a:solidFill>
                <a:latin typeface="Palatino" pitchFamily="18" charset="0"/>
                <a:cs typeface="Arial" charset="0"/>
              </a:defRPr>
            </a:lvl7pPr>
            <a:lvl8pPr marL="3429000" indent="-228600" eaLnBrk="0" fontAlgn="base" hangingPunct="0">
              <a:spcBef>
                <a:spcPct val="0"/>
              </a:spcBef>
              <a:spcAft>
                <a:spcPct val="0"/>
              </a:spcAft>
              <a:defRPr sz="2400">
                <a:solidFill>
                  <a:schemeClr val="tx1"/>
                </a:solidFill>
                <a:latin typeface="Palatino" pitchFamily="18" charset="0"/>
                <a:cs typeface="Arial" charset="0"/>
              </a:defRPr>
            </a:lvl8pPr>
            <a:lvl9pPr marL="3886200" indent="-228600" eaLnBrk="0" fontAlgn="base" hangingPunct="0">
              <a:spcBef>
                <a:spcPct val="0"/>
              </a:spcBef>
              <a:spcAft>
                <a:spcPct val="0"/>
              </a:spcAft>
              <a:defRPr sz="2400">
                <a:solidFill>
                  <a:schemeClr val="tx1"/>
                </a:solidFill>
                <a:latin typeface="Palatino" pitchFamily="18" charset="0"/>
                <a:cs typeface="Arial" charset="0"/>
              </a:defRPr>
            </a:lvl9pPr>
          </a:lstStyle>
          <a:p>
            <a:pPr algn="ctr" eaLnBrk="1" hangingPunct="1"/>
            <a:r>
              <a:rPr lang="fa-IR" dirty="0">
                <a:cs typeface="B Nazanin" panose="00000400000000000000" pitchFamily="2" charset="-78"/>
              </a:rPr>
              <a:t>المانهای </a:t>
            </a:r>
            <a:endParaRPr lang="en-US" dirty="0">
              <a:cs typeface="B Nazanin" panose="00000400000000000000" pitchFamily="2" charset="-78"/>
            </a:endParaRPr>
          </a:p>
          <a:p>
            <a:pPr algn="ctr" eaLnBrk="1" hangingPunct="1"/>
            <a:r>
              <a:rPr lang="fa-IR" dirty="0">
                <a:cs typeface="B Nazanin" panose="00000400000000000000" pitchFamily="2" charset="-78"/>
              </a:rPr>
              <a:t>حاصل‌جمع جزئی</a:t>
            </a:r>
            <a:endParaRPr lang="en-US" dirty="0">
              <a:cs typeface="B Nazanin" panose="00000400000000000000" pitchFamily="2" charset="-78"/>
            </a:endParaRPr>
          </a:p>
        </p:txBody>
      </p:sp>
      <p:sp>
        <p:nvSpPr>
          <p:cNvPr id="13378" name="Rectangle 26"/>
          <p:cNvSpPr>
            <a:spLocks noChangeArrowheads="1"/>
          </p:cNvSpPr>
          <p:nvPr/>
        </p:nvSpPr>
        <p:spPr bwMode="auto">
          <a:xfrm>
            <a:off x="6084888" y="2971800"/>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379" name="Rectangle 26"/>
          <p:cNvSpPr>
            <a:spLocks noChangeArrowheads="1"/>
          </p:cNvSpPr>
          <p:nvPr/>
        </p:nvSpPr>
        <p:spPr bwMode="auto">
          <a:xfrm>
            <a:off x="6084888" y="4122738"/>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380" name="Rectangle 26"/>
          <p:cNvSpPr>
            <a:spLocks noChangeArrowheads="1"/>
          </p:cNvSpPr>
          <p:nvPr/>
        </p:nvSpPr>
        <p:spPr bwMode="auto">
          <a:xfrm>
            <a:off x="6084888" y="5265738"/>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noGrp="1" noChangeArrowheads="1"/>
          </p:cNvSpPr>
          <p:nvPr>
            <p:ph type="title"/>
          </p:nvPr>
        </p:nvSpPr>
        <p:spPr/>
        <p:txBody>
          <a:bodyPr/>
          <a:lstStyle/>
          <a:p>
            <a:pPr eaLnBrk="1" hangingPunct="1"/>
            <a:r>
              <a:rPr lang="fa-IR" dirty="0"/>
              <a:t>گامهای کاهش</a:t>
            </a:r>
            <a:endParaRPr lang="en-US" dirty="0"/>
          </a:p>
        </p:txBody>
      </p:sp>
      <p:sp>
        <p:nvSpPr>
          <p:cNvPr id="16389" name="Rectangle 3"/>
          <p:cNvSpPr>
            <a:spLocks noGrp="1" noChangeArrowheads="1"/>
          </p:cNvSpPr>
          <p:nvPr>
            <p:ph sz="quarter" idx="1"/>
          </p:nvPr>
        </p:nvSpPr>
        <p:spPr/>
        <p:txBody>
          <a:bodyPr/>
          <a:lstStyle/>
          <a:p>
            <a:pPr marL="974725" lvl="1" indent="-403225" algn="l" rtl="0" eaLnBrk="1" hangingPunct="1">
              <a:buFontTx/>
              <a:buNone/>
            </a:pPr>
            <a:r>
              <a:rPr lang="en-US" sz="1600" b="1" dirty="0">
                <a:solidFill>
                  <a:srgbClr val="FF6600"/>
                </a:solidFill>
                <a:latin typeface="Courier New" pitchFamily="49" charset="0"/>
              </a:rPr>
              <a:t>__shared__ </a:t>
            </a:r>
            <a:r>
              <a:rPr lang="en-US" sz="1600" b="1" dirty="0">
                <a:solidFill>
                  <a:srgbClr val="1B46FD"/>
                </a:solidFill>
                <a:latin typeface="Courier New" pitchFamily="49" charset="0"/>
              </a:rPr>
              <a:t>float</a:t>
            </a:r>
            <a:r>
              <a:rPr lang="en-US" sz="1600" b="1" dirty="0">
                <a:latin typeface="Courier New" pitchFamily="49" charset="0"/>
              </a:rPr>
              <a:t> </a:t>
            </a:r>
            <a:r>
              <a:rPr lang="en-US" sz="1600" b="1" dirty="0" err="1">
                <a:solidFill>
                  <a:schemeClr val="tx2"/>
                </a:solidFill>
                <a:latin typeface="Courier New" pitchFamily="49" charset="0"/>
              </a:rPr>
              <a:t>partialSum</a:t>
            </a:r>
            <a:r>
              <a:rPr lang="en-US" sz="1600" b="1" dirty="0">
                <a:solidFill>
                  <a:schemeClr val="tx2"/>
                </a:solidFill>
                <a:latin typeface="Courier New" pitchFamily="49" charset="0"/>
              </a:rPr>
              <a:t>[2*BLOCK_SIZE];</a:t>
            </a:r>
          </a:p>
          <a:p>
            <a:pPr marL="974725" lvl="1" indent="-403225" algn="l" rtl="0" eaLnBrk="1" hangingPunct="1">
              <a:buFontTx/>
              <a:buNone/>
            </a:pPr>
            <a:endParaRPr lang="en-US" sz="1600" b="1" dirty="0">
              <a:latin typeface="Courier New" pitchFamily="49" charset="0"/>
            </a:endParaRPr>
          </a:p>
          <a:p>
            <a:pPr marL="974725" lvl="1" indent="-403225" algn="l" rtl="0" eaLnBrk="1" hangingPunct="1">
              <a:buFontTx/>
              <a:buNone/>
            </a:pPr>
            <a:r>
              <a:rPr lang="en-US" sz="1600" b="1" dirty="0">
                <a:solidFill>
                  <a:srgbClr val="1B46FD"/>
                </a:solidFill>
                <a:latin typeface="Courier New" pitchFamily="49" charset="0"/>
              </a:rPr>
              <a:t>unsigned int</a:t>
            </a:r>
            <a:r>
              <a:rPr lang="en-US" sz="1600" b="1" dirty="0">
                <a:latin typeface="Courier New" pitchFamily="49" charset="0"/>
              </a:rPr>
              <a:t> </a:t>
            </a:r>
            <a:r>
              <a:rPr lang="en-US" sz="1600" b="1" dirty="0">
                <a:solidFill>
                  <a:schemeClr val="tx2"/>
                </a:solidFill>
                <a:latin typeface="Courier New" pitchFamily="49" charset="0"/>
              </a:rPr>
              <a:t>t = </a:t>
            </a:r>
            <a:r>
              <a:rPr lang="en-US" sz="1600" b="1" dirty="0" err="1">
                <a:solidFill>
                  <a:srgbClr val="FF6600"/>
                </a:solidFill>
                <a:latin typeface="Courier New" pitchFamily="49" charset="0"/>
              </a:rPr>
              <a:t>threadIdx.x</a:t>
            </a:r>
            <a:r>
              <a:rPr lang="en-US" sz="1600" b="1" dirty="0">
                <a:latin typeface="Courier New" pitchFamily="49" charset="0"/>
              </a:rPr>
              <a:t>;</a:t>
            </a:r>
          </a:p>
          <a:p>
            <a:pPr marL="974725" lvl="1" indent="-403225" algn="l" rtl="0" eaLnBrk="1" hangingPunct="1">
              <a:buFontTx/>
              <a:buNone/>
            </a:pPr>
            <a:r>
              <a:rPr lang="en-US" sz="1600" b="1" dirty="0">
                <a:solidFill>
                  <a:srgbClr val="1B46FD"/>
                </a:solidFill>
                <a:latin typeface="Courier New" pitchFamily="49" charset="0"/>
              </a:rPr>
              <a:t>unsigned int </a:t>
            </a:r>
            <a:r>
              <a:rPr lang="en-US" sz="1600" b="1" dirty="0">
                <a:solidFill>
                  <a:schemeClr val="tx2"/>
                </a:solidFill>
                <a:latin typeface="Courier New" pitchFamily="49" charset="0"/>
              </a:rPr>
              <a:t>start = 2*</a:t>
            </a:r>
            <a:r>
              <a:rPr lang="en-US" sz="1600" b="1" dirty="0" err="1">
                <a:solidFill>
                  <a:srgbClr val="FF6600"/>
                </a:solidFill>
                <a:latin typeface="Courier New" pitchFamily="49" charset="0"/>
              </a:rPr>
              <a:t>blockIdx.x</a:t>
            </a:r>
            <a:r>
              <a:rPr lang="en-US" sz="1600" b="1" dirty="0">
                <a:solidFill>
                  <a:schemeClr val="tx2"/>
                </a:solidFill>
                <a:latin typeface="Courier New" pitchFamily="49" charset="0"/>
              </a:rPr>
              <a:t>*</a:t>
            </a:r>
            <a:r>
              <a:rPr lang="en-US" sz="1600" b="1" dirty="0" err="1">
                <a:solidFill>
                  <a:srgbClr val="FF6600"/>
                </a:solidFill>
                <a:latin typeface="Courier New" pitchFamily="49" charset="0"/>
              </a:rPr>
              <a:t>blockDim.x</a:t>
            </a:r>
            <a:r>
              <a:rPr lang="en-US" sz="1600" b="1" dirty="0">
                <a:latin typeface="Courier New" pitchFamily="49" charset="0"/>
              </a:rPr>
              <a:t>;</a:t>
            </a:r>
          </a:p>
          <a:p>
            <a:pPr marL="974725" lvl="1" indent="-403225" algn="l" rtl="0" eaLnBrk="1" hangingPunct="1">
              <a:buFontTx/>
              <a:buNone/>
            </a:pPr>
            <a:r>
              <a:rPr lang="en-US" sz="1600" b="1" dirty="0" err="1">
                <a:solidFill>
                  <a:schemeClr val="tx2"/>
                </a:solidFill>
                <a:latin typeface="Courier New" pitchFamily="49" charset="0"/>
              </a:rPr>
              <a:t>partialSum</a:t>
            </a:r>
            <a:r>
              <a:rPr lang="en-US" sz="1600" b="1" dirty="0">
                <a:solidFill>
                  <a:schemeClr val="tx2"/>
                </a:solidFill>
                <a:latin typeface="Courier New" pitchFamily="49" charset="0"/>
              </a:rPr>
              <a:t>[t] = input[start + t];</a:t>
            </a:r>
          </a:p>
          <a:p>
            <a:pPr marL="974725" lvl="1" indent="-403225" algn="l" rtl="0" eaLnBrk="1" hangingPunct="1">
              <a:buFontTx/>
              <a:buNone/>
            </a:pPr>
            <a:r>
              <a:rPr lang="en-US" sz="1600" b="1" dirty="0" err="1">
                <a:solidFill>
                  <a:schemeClr val="tx2"/>
                </a:solidFill>
                <a:latin typeface="Courier New" pitchFamily="49" charset="0"/>
              </a:rPr>
              <a:t>partialSum</a:t>
            </a:r>
            <a:r>
              <a:rPr lang="en-US" sz="1600" b="1" dirty="0">
                <a:solidFill>
                  <a:schemeClr val="tx2"/>
                </a:solidFill>
                <a:latin typeface="Courier New" pitchFamily="49" charset="0"/>
              </a:rPr>
              <a:t>[</a:t>
            </a:r>
            <a:r>
              <a:rPr lang="en-US" sz="1600" b="1" dirty="0" err="1">
                <a:solidFill>
                  <a:srgbClr val="FF6600"/>
                </a:solidFill>
                <a:latin typeface="Courier New" pitchFamily="49" charset="0"/>
              </a:rPr>
              <a:t>blockDim.x</a:t>
            </a:r>
            <a:r>
              <a:rPr lang="en-US" sz="1600" b="1" dirty="0" err="1">
                <a:solidFill>
                  <a:schemeClr val="tx2"/>
                </a:solidFill>
                <a:latin typeface="Courier New" pitchFamily="49" charset="0"/>
              </a:rPr>
              <a:t>+t</a:t>
            </a:r>
            <a:r>
              <a:rPr lang="en-US" sz="1600" b="1" dirty="0">
                <a:solidFill>
                  <a:schemeClr val="tx2"/>
                </a:solidFill>
                <a:latin typeface="Courier New" pitchFamily="49" charset="0"/>
              </a:rPr>
              <a:t>] = input[start + </a:t>
            </a:r>
            <a:r>
              <a:rPr lang="en-US" sz="1600" b="1" dirty="0" err="1">
                <a:solidFill>
                  <a:srgbClr val="FF6600"/>
                </a:solidFill>
                <a:latin typeface="Courier New" pitchFamily="49" charset="0"/>
              </a:rPr>
              <a:t>blockDim.x</a:t>
            </a:r>
            <a:r>
              <a:rPr lang="en-US" sz="1600" b="1" dirty="0" err="1">
                <a:solidFill>
                  <a:schemeClr val="tx2"/>
                </a:solidFill>
                <a:latin typeface="Courier New" pitchFamily="49" charset="0"/>
              </a:rPr>
              <a:t>+t</a:t>
            </a:r>
            <a:r>
              <a:rPr lang="en-US" sz="1600" b="1" dirty="0">
                <a:solidFill>
                  <a:schemeClr val="tx2"/>
                </a:solidFill>
                <a:latin typeface="Courier New" pitchFamily="49" charset="0"/>
              </a:rPr>
              <a:t>];</a:t>
            </a:r>
          </a:p>
          <a:p>
            <a:pPr marL="974725" lvl="1" indent="-403225" algn="l" rtl="0" eaLnBrk="1" hangingPunct="1">
              <a:buFontTx/>
              <a:buNone/>
            </a:pPr>
            <a:endParaRPr lang="fa-IR" sz="1600" b="1" dirty="0">
              <a:solidFill>
                <a:srgbClr val="1B46FD"/>
              </a:solidFill>
              <a:latin typeface="Courier New" pitchFamily="49" charset="0"/>
            </a:endParaRPr>
          </a:p>
          <a:p>
            <a:pPr marL="974725" lvl="1" indent="-403225" algn="l" rtl="0" eaLnBrk="1" hangingPunct="1">
              <a:buFontTx/>
              <a:buNone/>
            </a:pPr>
            <a:r>
              <a:rPr lang="en-US" sz="1600" b="1" dirty="0">
                <a:solidFill>
                  <a:srgbClr val="1B46FD"/>
                </a:solidFill>
                <a:latin typeface="Courier New" pitchFamily="49" charset="0"/>
              </a:rPr>
              <a:t>for</a:t>
            </a:r>
            <a:r>
              <a:rPr lang="en-US" sz="1600" b="1" dirty="0">
                <a:solidFill>
                  <a:schemeClr val="tx2"/>
                </a:solidFill>
                <a:latin typeface="Courier New" pitchFamily="49" charset="0"/>
              </a:rPr>
              <a:t> (</a:t>
            </a:r>
            <a:r>
              <a:rPr lang="en-US" sz="1600" b="1" dirty="0">
                <a:solidFill>
                  <a:srgbClr val="1B46FD"/>
                </a:solidFill>
                <a:latin typeface="Courier New" pitchFamily="49" charset="0"/>
              </a:rPr>
              <a:t>unsigned int</a:t>
            </a:r>
            <a:r>
              <a:rPr lang="en-US" sz="1600" b="1" dirty="0">
                <a:solidFill>
                  <a:schemeClr val="tx2"/>
                </a:solidFill>
                <a:latin typeface="Courier New" pitchFamily="49" charset="0"/>
              </a:rPr>
              <a:t> stride = 1; </a:t>
            </a:r>
          </a:p>
          <a:p>
            <a:pPr marL="974725" lvl="1" indent="-403225" algn="l" rtl="0" eaLnBrk="1" hangingPunct="1">
              <a:buFontTx/>
              <a:buNone/>
            </a:pPr>
            <a:r>
              <a:rPr lang="en-US" sz="1600" b="1" dirty="0">
                <a:solidFill>
                  <a:schemeClr val="tx2"/>
                </a:solidFill>
                <a:latin typeface="Courier New" pitchFamily="49" charset="0"/>
              </a:rPr>
              <a:t>	  stride &lt;= </a:t>
            </a:r>
            <a:r>
              <a:rPr lang="en-US" sz="1600" b="1" dirty="0" err="1">
                <a:solidFill>
                  <a:schemeClr val="tx2"/>
                </a:solidFill>
                <a:latin typeface="Courier New" pitchFamily="49" charset="0"/>
              </a:rPr>
              <a:t>blockDim.x</a:t>
            </a:r>
            <a:r>
              <a:rPr lang="en-US" sz="1600" b="1" dirty="0">
                <a:solidFill>
                  <a:schemeClr val="tx2"/>
                </a:solidFill>
                <a:latin typeface="Courier New" pitchFamily="49" charset="0"/>
              </a:rPr>
              <a:t>;  stride *= 2) </a:t>
            </a:r>
          </a:p>
          <a:p>
            <a:pPr marL="974725" lvl="1" indent="-403225" algn="l" rtl="0" eaLnBrk="1" hangingPunct="1">
              <a:buFontTx/>
              <a:buNone/>
            </a:pPr>
            <a:r>
              <a:rPr lang="en-US" sz="1600" b="1" dirty="0">
                <a:solidFill>
                  <a:schemeClr val="tx2"/>
                </a:solidFill>
                <a:latin typeface="Courier New" pitchFamily="49" charset="0"/>
              </a:rPr>
              <a:t>{</a:t>
            </a:r>
          </a:p>
          <a:p>
            <a:pPr marL="974725" lvl="1" indent="-403225" algn="l" rtl="0" eaLnBrk="1" hangingPunct="1">
              <a:buFontTx/>
              <a:buNone/>
            </a:pPr>
            <a:r>
              <a:rPr lang="en-US" sz="1600" b="1" dirty="0">
                <a:solidFill>
                  <a:schemeClr val="tx2"/>
                </a:solidFill>
                <a:latin typeface="Courier New" pitchFamily="49" charset="0"/>
              </a:rPr>
              <a:t>  __</a:t>
            </a:r>
            <a:r>
              <a:rPr lang="en-US" sz="1600" b="1" dirty="0" err="1">
                <a:solidFill>
                  <a:srgbClr val="FF6600"/>
                </a:solidFill>
                <a:latin typeface="Courier New" pitchFamily="49" charset="0"/>
              </a:rPr>
              <a:t>syncthreads</a:t>
            </a:r>
            <a:r>
              <a:rPr lang="en-US" sz="1600" b="1" dirty="0">
                <a:solidFill>
                  <a:srgbClr val="FF6600"/>
                </a:solidFill>
                <a:latin typeface="Courier New" pitchFamily="49" charset="0"/>
              </a:rPr>
              <a:t>();</a:t>
            </a:r>
          </a:p>
          <a:p>
            <a:pPr marL="974725" lvl="1" indent="-403225" algn="l" rtl="0" eaLnBrk="1" hangingPunct="1">
              <a:buFontTx/>
              <a:buNone/>
            </a:pPr>
            <a:r>
              <a:rPr lang="en-US" sz="1600" b="1" dirty="0">
                <a:solidFill>
                  <a:schemeClr val="tx2"/>
                </a:solidFill>
                <a:latin typeface="Courier New" pitchFamily="49" charset="0"/>
              </a:rPr>
              <a:t>  </a:t>
            </a:r>
            <a:r>
              <a:rPr lang="en-US" sz="1600" b="1" dirty="0">
                <a:solidFill>
                  <a:srgbClr val="1B46FD"/>
                </a:solidFill>
                <a:latin typeface="Courier New" pitchFamily="49" charset="0"/>
              </a:rPr>
              <a:t>if</a:t>
            </a:r>
            <a:r>
              <a:rPr lang="en-US" sz="1600" b="1" dirty="0">
                <a:solidFill>
                  <a:schemeClr val="tx2"/>
                </a:solidFill>
                <a:latin typeface="Courier New" pitchFamily="49" charset="0"/>
              </a:rPr>
              <a:t> (t % stride == 0)</a:t>
            </a:r>
          </a:p>
          <a:p>
            <a:pPr marL="974725" lvl="1" indent="-403225" algn="l" rtl="0" eaLnBrk="1" hangingPunct="1">
              <a:buFontTx/>
              <a:buNone/>
            </a:pPr>
            <a:r>
              <a:rPr lang="en-US" sz="1600" b="1" dirty="0">
                <a:solidFill>
                  <a:schemeClr val="tx2"/>
                </a:solidFill>
                <a:latin typeface="Courier New" pitchFamily="49" charset="0"/>
              </a:rPr>
              <a:t>	  </a:t>
            </a:r>
            <a:r>
              <a:rPr lang="en-US" sz="1600" b="1" dirty="0" err="1">
                <a:solidFill>
                  <a:schemeClr val="tx2"/>
                </a:solidFill>
                <a:latin typeface="Courier New" pitchFamily="49" charset="0"/>
              </a:rPr>
              <a:t>partialSum</a:t>
            </a:r>
            <a:r>
              <a:rPr lang="en-US" sz="1600" b="1" dirty="0">
                <a:solidFill>
                  <a:schemeClr val="tx2"/>
                </a:solidFill>
                <a:latin typeface="Courier New" pitchFamily="49" charset="0"/>
              </a:rPr>
              <a:t>[2*t]+= </a:t>
            </a:r>
            <a:r>
              <a:rPr lang="en-US" sz="1600" b="1" dirty="0" err="1">
                <a:solidFill>
                  <a:schemeClr val="tx2"/>
                </a:solidFill>
                <a:latin typeface="Courier New" pitchFamily="49" charset="0"/>
              </a:rPr>
              <a:t>partialSum</a:t>
            </a:r>
            <a:r>
              <a:rPr lang="en-US" sz="1600" b="1" dirty="0">
                <a:solidFill>
                  <a:schemeClr val="tx2"/>
                </a:solidFill>
                <a:latin typeface="Courier New" pitchFamily="49" charset="0"/>
              </a:rPr>
              <a:t>[2*</a:t>
            </a:r>
            <a:r>
              <a:rPr lang="en-US" sz="1600" b="1" dirty="0" err="1">
                <a:solidFill>
                  <a:schemeClr val="tx2"/>
                </a:solidFill>
                <a:latin typeface="Courier New" pitchFamily="49" charset="0"/>
              </a:rPr>
              <a:t>t+stride</a:t>
            </a:r>
            <a:r>
              <a:rPr lang="en-US" sz="1600" b="1" dirty="0">
                <a:solidFill>
                  <a:schemeClr val="tx2"/>
                </a:solidFill>
                <a:latin typeface="Courier New" pitchFamily="49" charset="0"/>
              </a:rPr>
              <a:t>];</a:t>
            </a:r>
          </a:p>
          <a:p>
            <a:pPr marL="974725" lvl="1" indent="-403225" algn="l" rtl="0" eaLnBrk="1" hangingPunct="1">
              <a:buFontTx/>
              <a:buNone/>
            </a:pPr>
            <a:r>
              <a:rPr lang="en-US" sz="1600" b="1" dirty="0">
                <a:solidFill>
                  <a:schemeClr val="tx2"/>
                </a:solidFill>
                <a:latin typeface="Courier New" pitchFamily="49" charset="0"/>
              </a:rPr>
              <a:t>}</a:t>
            </a:r>
          </a:p>
        </p:txBody>
      </p:sp>
      <p:sp>
        <p:nvSpPr>
          <p:cNvPr id="2" name="Date Placeholder 1">
            <a:extLst>
              <a:ext uri="{FF2B5EF4-FFF2-40B4-BE49-F238E27FC236}">
                <a16:creationId xmlns:a16="http://schemas.microsoft.com/office/drawing/2014/main" id="{D729222A-C90A-421F-B116-5851275ABC37}"/>
              </a:ext>
            </a:extLst>
          </p:cNvPr>
          <p:cNvSpPr>
            <a:spLocks noGrp="1"/>
          </p:cNvSpPr>
          <p:nvPr>
            <p:ph type="dt" sz="half" idx="10"/>
          </p:nvPr>
        </p:nvSpPr>
        <p:spPr/>
        <p:txBody>
          <a:bodyPr/>
          <a:lstStyle/>
          <a:p>
            <a:pPr>
              <a:defRPr/>
            </a:pPr>
            <a:r>
              <a:rPr lang="en-US" altLang="en-US"/>
              <a:t>برنامه‌نویسی چند‌هسته‌ای</a:t>
            </a:r>
          </a:p>
        </p:txBody>
      </p:sp>
      <p:sp>
        <p:nvSpPr>
          <p:cNvPr id="3" name="Footer Placeholder 2">
            <a:extLst>
              <a:ext uri="{FF2B5EF4-FFF2-40B4-BE49-F238E27FC236}">
                <a16:creationId xmlns:a16="http://schemas.microsoft.com/office/drawing/2014/main" id="{013E5722-A32F-4C8B-902C-B91B0FA82138}"/>
              </a:ext>
            </a:extLst>
          </p:cNvPr>
          <p:cNvSpPr>
            <a:spLocks noGrp="1"/>
          </p:cNvSpPr>
          <p:nvPr>
            <p:ph type="ftr" sz="quarter" idx="11"/>
          </p:nvPr>
        </p:nvSpPr>
        <p:spPr/>
        <p:txBody>
          <a:bodyPr/>
          <a:lstStyle/>
          <a:p>
            <a:pPr>
              <a:defRPr/>
            </a:pPr>
            <a:r>
              <a:rPr lang="fa-IR" altLang="en-US"/>
              <a:t>8- برنامه‌نویسی پردازنده گرافیکی با </a:t>
            </a:r>
            <a:r>
              <a:rPr lang="en-US" altLang="en-US"/>
              <a:t>CUDA</a:t>
            </a:r>
            <a:endParaRPr lang="en-US" altLang="en-US" dirty="0"/>
          </a:p>
        </p:txBody>
      </p:sp>
      <p:sp>
        <p:nvSpPr>
          <p:cNvPr id="9" name="Slide Number Placeholder 5">
            <a:extLst>
              <a:ext uri="{FF2B5EF4-FFF2-40B4-BE49-F238E27FC236}">
                <a16:creationId xmlns:a16="http://schemas.microsoft.com/office/drawing/2014/main" id="{575BDD6D-83D6-42C3-9F3D-B16313D1920A}"/>
              </a:ext>
            </a:extLst>
          </p:cNvPr>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4</a:t>
            </a:fld>
            <a:endParaRPr lang="en-US" altLang="en-US" dirty="0"/>
          </a:p>
        </p:txBody>
      </p:sp>
      <p:sp>
        <p:nvSpPr>
          <p:cNvPr id="16390" name="TextBox 1"/>
          <p:cNvSpPr txBox="1">
            <a:spLocks noChangeArrowheads="1"/>
          </p:cNvSpPr>
          <p:nvPr/>
        </p:nvSpPr>
        <p:spPr bwMode="auto">
          <a:xfrm>
            <a:off x="4882553" y="5786735"/>
            <a:ext cx="38042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Palatino" pitchFamily="18" charset="0"/>
                <a:cs typeface="Arial" charset="0"/>
              </a:defRPr>
            </a:lvl1pPr>
            <a:lvl2pPr marL="742950" indent="-285750" eaLnBrk="0" hangingPunct="0">
              <a:defRPr sz="2400">
                <a:solidFill>
                  <a:schemeClr val="tx1"/>
                </a:solidFill>
                <a:latin typeface="Palatino" pitchFamily="18" charset="0"/>
                <a:cs typeface="Arial" charset="0"/>
              </a:defRPr>
            </a:lvl2pPr>
            <a:lvl3pPr marL="1143000" indent="-228600" eaLnBrk="0" hangingPunct="0">
              <a:defRPr sz="2400">
                <a:solidFill>
                  <a:schemeClr val="tx1"/>
                </a:solidFill>
                <a:latin typeface="Palatino" pitchFamily="18" charset="0"/>
                <a:cs typeface="Arial" charset="0"/>
              </a:defRPr>
            </a:lvl3pPr>
            <a:lvl4pPr marL="1600200" indent="-228600" eaLnBrk="0" hangingPunct="0">
              <a:defRPr sz="2400">
                <a:solidFill>
                  <a:schemeClr val="tx1"/>
                </a:solidFill>
                <a:latin typeface="Palatino" pitchFamily="18" charset="0"/>
                <a:cs typeface="Arial" charset="0"/>
              </a:defRPr>
            </a:lvl4pPr>
            <a:lvl5pPr marL="2057400" indent="-228600" eaLnBrk="0" hangingPunct="0">
              <a:defRPr sz="2400">
                <a:solidFill>
                  <a:schemeClr val="tx1"/>
                </a:solidFill>
                <a:latin typeface="Palatino" pitchFamily="18" charset="0"/>
                <a:cs typeface="Arial" charset="0"/>
              </a:defRPr>
            </a:lvl5pPr>
            <a:lvl6pPr marL="2514600" indent="-228600" eaLnBrk="0" fontAlgn="base" hangingPunct="0">
              <a:spcBef>
                <a:spcPct val="0"/>
              </a:spcBef>
              <a:spcAft>
                <a:spcPct val="0"/>
              </a:spcAft>
              <a:defRPr sz="2400">
                <a:solidFill>
                  <a:schemeClr val="tx1"/>
                </a:solidFill>
                <a:latin typeface="Palatino" pitchFamily="18" charset="0"/>
                <a:cs typeface="Arial" charset="0"/>
              </a:defRPr>
            </a:lvl6pPr>
            <a:lvl7pPr marL="2971800" indent="-228600" eaLnBrk="0" fontAlgn="base" hangingPunct="0">
              <a:spcBef>
                <a:spcPct val="0"/>
              </a:spcBef>
              <a:spcAft>
                <a:spcPct val="0"/>
              </a:spcAft>
              <a:defRPr sz="2400">
                <a:solidFill>
                  <a:schemeClr val="tx1"/>
                </a:solidFill>
                <a:latin typeface="Palatino" pitchFamily="18" charset="0"/>
                <a:cs typeface="Arial" charset="0"/>
              </a:defRPr>
            </a:lvl7pPr>
            <a:lvl8pPr marL="3429000" indent="-228600" eaLnBrk="0" fontAlgn="base" hangingPunct="0">
              <a:spcBef>
                <a:spcPct val="0"/>
              </a:spcBef>
              <a:spcAft>
                <a:spcPct val="0"/>
              </a:spcAft>
              <a:defRPr sz="2400">
                <a:solidFill>
                  <a:schemeClr val="tx1"/>
                </a:solidFill>
                <a:latin typeface="Palatino" pitchFamily="18" charset="0"/>
                <a:cs typeface="Arial" charset="0"/>
              </a:defRPr>
            </a:lvl8pPr>
            <a:lvl9pPr marL="3886200" indent="-228600" eaLnBrk="0" fontAlgn="base" hangingPunct="0">
              <a:spcBef>
                <a:spcPct val="0"/>
              </a:spcBef>
              <a:spcAft>
                <a:spcPct val="0"/>
              </a:spcAft>
              <a:defRPr sz="2400">
                <a:solidFill>
                  <a:schemeClr val="tx1"/>
                </a:solidFill>
                <a:latin typeface="Palatino" pitchFamily="18" charset="0"/>
                <a:cs typeface="Arial" charset="0"/>
              </a:defRPr>
            </a:lvl9pPr>
          </a:lstStyle>
          <a:p>
            <a:pPr algn="r" rtl="1" eaLnBrk="1" hangingPunct="1"/>
            <a:r>
              <a:rPr lang="fa-IR" dirty="0">
                <a:cs typeface="B Nazanin" panose="00000400000000000000" pitchFamily="2" charset="-78"/>
              </a:rPr>
              <a:t>چرا به </a:t>
            </a:r>
            <a:r>
              <a:rPr lang="en-US" dirty="0">
                <a:cs typeface="B Nazanin" panose="00000400000000000000" pitchFamily="2" charset="-78"/>
              </a:rPr>
              <a:t> </a:t>
            </a:r>
            <a:r>
              <a:rPr lang="en-US" dirty="0" err="1">
                <a:cs typeface="B Nazanin" panose="00000400000000000000" pitchFamily="2" charset="-78"/>
              </a:rPr>
              <a:t>syncthreads</a:t>
            </a:r>
            <a:r>
              <a:rPr lang="en-US" dirty="0">
                <a:cs typeface="B Nazanin" panose="00000400000000000000" pitchFamily="2" charset="-78"/>
              </a:rPr>
              <a:t>()</a:t>
            </a:r>
            <a:r>
              <a:rPr lang="fa-IR" dirty="0">
                <a:cs typeface="B Nazanin" panose="00000400000000000000" pitchFamily="2" charset="-78"/>
              </a:rPr>
              <a:t> نیاز داریم؟</a:t>
            </a:r>
            <a:endParaRPr lang="en-US" dirty="0">
              <a:cs typeface="B Nazanin" panose="00000400000000000000" pitchFamily="2" charset="-78"/>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fa-IR" dirty="0"/>
              <a:t>همگام‌سازی مانع</a:t>
            </a:r>
            <a:endParaRPr lang="en-US" dirty="0"/>
          </a:p>
        </p:txBody>
      </p:sp>
      <p:sp>
        <p:nvSpPr>
          <p:cNvPr id="17411" name="Content Placeholder 2"/>
          <p:cNvSpPr>
            <a:spLocks noGrp="1"/>
          </p:cNvSpPr>
          <p:nvPr>
            <p:ph sz="quarter" idx="1"/>
          </p:nvPr>
        </p:nvSpPr>
        <p:spPr/>
        <p:txBody>
          <a:bodyPr/>
          <a:lstStyle/>
          <a:p>
            <a:r>
              <a:rPr lang="en-US" dirty="0"/>
              <a:t>__</a:t>
            </a:r>
            <a:r>
              <a:rPr lang="en-US" dirty="0" err="1"/>
              <a:t>syncthreads</a:t>
            </a:r>
            <a:r>
              <a:rPr lang="en-US" dirty="0"/>
              <a:t>()</a:t>
            </a:r>
            <a:r>
              <a:rPr lang="fa-IR" dirty="0"/>
              <a:t> نیاز است تا مطمئن شویم در هر مرحله از کاهش، همه المانهای حاصل‌جمع جزئی قبل از رفتن به مرحله بعد محاسبه شده‌اند.</a:t>
            </a:r>
            <a:endParaRPr lang="en-US" dirty="0"/>
          </a:p>
          <a:p>
            <a:r>
              <a:rPr lang="fa-IR" dirty="0"/>
              <a:t>چرا به یک مانع دیگر بعد از حلقه </a:t>
            </a:r>
            <a:r>
              <a:rPr lang="en-US" dirty="0"/>
              <a:t>for</a:t>
            </a:r>
            <a:r>
              <a:rPr lang="fa-IR" dirty="0"/>
              <a:t> نیاز نداریم؟</a:t>
            </a:r>
            <a:endParaRPr lang="en-US" dirty="0"/>
          </a:p>
        </p:txBody>
      </p:sp>
      <p:sp>
        <p:nvSpPr>
          <p:cNvPr id="2" name="Date Placeholder 1">
            <a:extLst>
              <a:ext uri="{FF2B5EF4-FFF2-40B4-BE49-F238E27FC236}">
                <a16:creationId xmlns:a16="http://schemas.microsoft.com/office/drawing/2014/main" id="{E851E223-3798-4F3A-884F-3F26B41455C5}"/>
              </a:ext>
            </a:extLst>
          </p:cNvPr>
          <p:cNvSpPr>
            <a:spLocks noGrp="1"/>
          </p:cNvSpPr>
          <p:nvPr>
            <p:ph type="dt" sz="half" idx="10"/>
          </p:nvPr>
        </p:nvSpPr>
        <p:spPr/>
        <p:txBody>
          <a:bodyPr/>
          <a:lstStyle/>
          <a:p>
            <a:pPr>
              <a:defRPr/>
            </a:pPr>
            <a:r>
              <a:rPr lang="en-US" altLang="en-US"/>
              <a:t>برنامه‌نویسی چند‌هسته‌ای</a:t>
            </a:r>
          </a:p>
        </p:txBody>
      </p:sp>
      <p:sp>
        <p:nvSpPr>
          <p:cNvPr id="3" name="Footer Placeholder 2">
            <a:extLst>
              <a:ext uri="{FF2B5EF4-FFF2-40B4-BE49-F238E27FC236}">
                <a16:creationId xmlns:a16="http://schemas.microsoft.com/office/drawing/2014/main" id="{54AF68B0-C7BC-4933-B2DA-47BE2D570B0D}"/>
              </a:ext>
            </a:extLst>
          </p:cNvPr>
          <p:cNvSpPr>
            <a:spLocks noGrp="1"/>
          </p:cNvSpPr>
          <p:nvPr>
            <p:ph type="ftr" sz="quarter" idx="11"/>
          </p:nvPr>
        </p:nvSpPr>
        <p:spPr/>
        <p:txBody>
          <a:bodyPr/>
          <a:lstStyle/>
          <a:p>
            <a:pPr>
              <a:defRPr/>
            </a:pPr>
            <a:r>
              <a:rPr lang="fa-IR" altLang="en-US"/>
              <a:t>8- برنامه‌نویسی پردازنده گرافیکی با </a:t>
            </a:r>
            <a:r>
              <a:rPr lang="en-US" altLang="en-US"/>
              <a:t>CUDA</a:t>
            </a:r>
            <a:endParaRPr lang="en-US" altLang="en-US" dirty="0"/>
          </a:p>
        </p:txBody>
      </p:sp>
      <p:sp>
        <p:nvSpPr>
          <p:cNvPr id="8" name="Slide Number Placeholder 5">
            <a:extLst>
              <a:ext uri="{FF2B5EF4-FFF2-40B4-BE49-F238E27FC236}">
                <a16:creationId xmlns:a16="http://schemas.microsoft.com/office/drawing/2014/main" id="{2BB9B681-F5D5-4941-86F4-8F9ECEFBBFC1}"/>
              </a:ext>
            </a:extLst>
          </p:cNvPr>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5</a:t>
            </a:fld>
            <a:endParaRPr lang="en-US"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fa-IR" dirty="0"/>
              <a:t>ادامه الگوریتم کاهش</a:t>
            </a:r>
            <a:endParaRPr lang="en-US" dirty="0"/>
          </a:p>
        </p:txBody>
      </p:sp>
      <p:sp>
        <p:nvSpPr>
          <p:cNvPr id="18435" name="Content Placeholder 2"/>
          <p:cNvSpPr>
            <a:spLocks noGrp="1"/>
          </p:cNvSpPr>
          <p:nvPr>
            <p:ph sz="quarter" idx="1"/>
          </p:nvPr>
        </p:nvSpPr>
        <p:spPr/>
        <p:txBody>
          <a:bodyPr/>
          <a:lstStyle/>
          <a:p>
            <a:r>
              <a:rPr lang="fa-IR" dirty="0"/>
              <a:t>در انتهای اجرای کرنل، نخ 0 هر بلوک حاصل‌جمع موجود در خانه </a:t>
            </a:r>
            <a:r>
              <a:rPr lang="en-US" sz="2400" dirty="0" err="1"/>
              <a:t>partialSum</a:t>
            </a:r>
            <a:r>
              <a:rPr lang="en-US" sz="2400" dirty="0"/>
              <a:t>[0] </a:t>
            </a:r>
            <a:r>
              <a:rPr lang="fa-IR" sz="2400" dirty="0"/>
              <a:t> </a:t>
            </a:r>
            <a:r>
              <a:rPr lang="fa-IR" dirty="0"/>
              <a:t>را در خانه‌ای از یک بردار که با مقدار </a:t>
            </a:r>
            <a:r>
              <a:rPr lang="en-US" sz="2400" dirty="0" err="1"/>
              <a:t>blockIdx.x</a:t>
            </a:r>
            <a:r>
              <a:rPr lang="fa-IR" b="1" dirty="0"/>
              <a:t> </a:t>
            </a:r>
            <a:r>
              <a:rPr lang="fa-IR" dirty="0"/>
              <a:t>اندیس می‌کند می‌نویسد.</a:t>
            </a:r>
            <a:endParaRPr lang="en-US" dirty="0"/>
          </a:p>
          <a:p>
            <a:r>
              <a:rPr lang="fa-IR" dirty="0"/>
              <a:t>اگر بردار ورودی خیلی بزرگ باشد ممکن است تعداد زیادی از این حاصلجمع‌ها وجود داشته باشد.</a:t>
            </a:r>
          </a:p>
          <a:p>
            <a:pPr lvl="1"/>
            <a:r>
              <a:rPr lang="fa-IR" dirty="0"/>
              <a:t>کد میزبان ممکن است لازم باشد پیمایش بردار ورودی را با اجرای چندین کرنل انجام دهد.</a:t>
            </a:r>
            <a:endParaRPr lang="en-US" dirty="0"/>
          </a:p>
          <a:p>
            <a:r>
              <a:rPr lang="fa-IR" dirty="0"/>
              <a:t>اگر تعداد کمی از حاصل‌جمع‌ها ایجاد شود، میزبان می‌تواند آنها را به حافظه خود انتقال داده و محاسبه جمعشان را خودش انجام دهد.</a:t>
            </a:r>
            <a:endParaRPr lang="en-US" dirty="0"/>
          </a:p>
          <a:p>
            <a:r>
              <a:rPr lang="fa-IR" dirty="0"/>
              <a:t>یا نخ 0 هر بلوک محاسبه جمع نهایی را با استفاده از دستور جمع اتمی</a:t>
            </a:r>
            <a:r>
              <a:rPr lang="en-US" dirty="0"/>
              <a:t> </a:t>
            </a:r>
            <a:r>
              <a:rPr lang="fa-IR" dirty="0"/>
              <a:t> انجام دهد.</a:t>
            </a:r>
            <a:endParaRPr lang="en-US" dirty="0"/>
          </a:p>
          <a:p>
            <a:pPr lvl="1"/>
            <a:endParaRPr lang="en-US" dirty="0"/>
          </a:p>
        </p:txBody>
      </p:sp>
      <p:sp>
        <p:nvSpPr>
          <p:cNvPr id="2" name="Date Placeholder 1">
            <a:extLst>
              <a:ext uri="{FF2B5EF4-FFF2-40B4-BE49-F238E27FC236}">
                <a16:creationId xmlns:a16="http://schemas.microsoft.com/office/drawing/2014/main" id="{E9B547AF-F09B-4F64-B6FF-F8CC01D014F1}"/>
              </a:ext>
            </a:extLst>
          </p:cNvPr>
          <p:cNvSpPr>
            <a:spLocks noGrp="1"/>
          </p:cNvSpPr>
          <p:nvPr>
            <p:ph type="dt" sz="half" idx="10"/>
          </p:nvPr>
        </p:nvSpPr>
        <p:spPr/>
        <p:txBody>
          <a:bodyPr/>
          <a:lstStyle/>
          <a:p>
            <a:pPr>
              <a:defRPr/>
            </a:pPr>
            <a:r>
              <a:rPr lang="en-US" altLang="en-US"/>
              <a:t>برنامه‌نویسی چند‌هسته‌ای</a:t>
            </a:r>
          </a:p>
        </p:txBody>
      </p:sp>
      <p:sp>
        <p:nvSpPr>
          <p:cNvPr id="3" name="Footer Placeholder 2">
            <a:extLst>
              <a:ext uri="{FF2B5EF4-FFF2-40B4-BE49-F238E27FC236}">
                <a16:creationId xmlns:a16="http://schemas.microsoft.com/office/drawing/2014/main" id="{DC4CB93A-FA29-4C9E-8F98-F3808CEE769C}"/>
              </a:ext>
            </a:extLst>
          </p:cNvPr>
          <p:cNvSpPr>
            <a:spLocks noGrp="1"/>
          </p:cNvSpPr>
          <p:nvPr>
            <p:ph type="ftr" sz="quarter" idx="11"/>
          </p:nvPr>
        </p:nvSpPr>
        <p:spPr/>
        <p:txBody>
          <a:bodyPr/>
          <a:lstStyle/>
          <a:p>
            <a:pPr>
              <a:defRPr/>
            </a:pPr>
            <a:r>
              <a:rPr lang="fa-IR" altLang="en-US"/>
              <a:t>8- برنامه‌نویسی پردازنده گرافیکی با </a:t>
            </a:r>
            <a:r>
              <a:rPr lang="en-US" altLang="en-US"/>
              <a:t>CUDA</a:t>
            </a:r>
            <a:endParaRPr lang="en-US" altLang="en-US" dirty="0"/>
          </a:p>
        </p:txBody>
      </p:sp>
      <p:sp>
        <p:nvSpPr>
          <p:cNvPr id="8" name="Slide Number Placeholder 5">
            <a:extLst>
              <a:ext uri="{FF2B5EF4-FFF2-40B4-BE49-F238E27FC236}">
                <a16:creationId xmlns:a16="http://schemas.microsoft.com/office/drawing/2014/main" id="{AB640630-C124-4CD1-A8A6-4EDDC2995C8E}"/>
              </a:ext>
            </a:extLst>
          </p:cNvPr>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6</a:t>
            </a:fld>
            <a:endParaRPr lang="en-US"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p:txBody>
          <a:bodyPr/>
          <a:lstStyle/>
          <a:p>
            <a:pPr eaLnBrk="1" hangingPunct="1"/>
            <a:r>
              <a:rPr lang="fa-IR" dirty="0"/>
              <a:t>مشاهدات (برای یک بلوک 1024 نخی)</a:t>
            </a:r>
            <a:endParaRPr lang="en-US" dirty="0"/>
          </a:p>
        </p:txBody>
      </p:sp>
      <p:sp>
        <p:nvSpPr>
          <p:cNvPr id="19461" name="Rectangle 3"/>
          <p:cNvSpPr>
            <a:spLocks noGrp="1" noChangeArrowheads="1"/>
          </p:cNvSpPr>
          <p:nvPr>
            <p:ph sz="quarter" idx="1"/>
          </p:nvPr>
        </p:nvSpPr>
        <p:spPr/>
        <p:txBody>
          <a:bodyPr/>
          <a:lstStyle/>
          <a:p>
            <a:pPr eaLnBrk="1" hangingPunct="1">
              <a:lnSpc>
                <a:spcPct val="90000"/>
              </a:lnSpc>
            </a:pPr>
            <a:r>
              <a:rPr lang="fa-IR" sz="2400" dirty="0"/>
              <a:t>در هر تکرار حلقه، به دلیل وجود دستور </a:t>
            </a:r>
            <a:r>
              <a:rPr lang="en-US" sz="2400" dirty="0"/>
              <a:t>if</a:t>
            </a:r>
            <a:r>
              <a:rPr lang="fa-IR" sz="2400" dirty="0"/>
              <a:t>، دو مسیر کنترلی به صورت سریال توسط هر ریسمان پیمایش می‌شود:</a:t>
            </a:r>
          </a:p>
          <a:p>
            <a:pPr lvl="1" eaLnBrk="1" hangingPunct="1">
              <a:lnSpc>
                <a:spcPct val="90000"/>
              </a:lnSpc>
            </a:pPr>
            <a:r>
              <a:rPr lang="fa-IR" sz="2000" dirty="0"/>
              <a:t>نخهایی که در دستور </a:t>
            </a:r>
            <a:r>
              <a:rPr lang="en-US" sz="2000" dirty="0"/>
              <a:t>if</a:t>
            </a:r>
            <a:r>
              <a:rPr lang="fa-IR" sz="2000" dirty="0"/>
              <a:t> صدق می‌کنند و جمع انجام می‌دهند.</a:t>
            </a:r>
          </a:p>
          <a:p>
            <a:pPr lvl="1" eaLnBrk="1" hangingPunct="1">
              <a:lnSpc>
                <a:spcPct val="90000"/>
              </a:lnSpc>
            </a:pPr>
            <a:r>
              <a:rPr lang="fa-IR" sz="2000" dirty="0"/>
              <a:t>نخهایی که صدق نمی‌کنند و بیکارند ولی همچنان منابع مصرف می‌کنند. این باعث واگرایی می‌شود و کارایی برنامه را پایین می‌آورد.</a:t>
            </a:r>
            <a:endParaRPr lang="en-US" sz="2000" dirty="0"/>
          </a:p>
          <a:p>
            <a:pPr eaLnBrk="1" hangingPunct="1">
              <a:lnSpc>
                <a:spcPct val="90000"/>
              </a:lnSpc>
            </a:pPr>
            <a:r>
              <a:rPr lang="fa-IR" sz="2400" dirty="0"/>
              <a:t>همه نخ‌های فرد پس از تکرار اول حلقه بیکار می‌شوند. به همین ترتیب در تکرارهای بعدی نیز هر بار نصف نخهای باقیمانده نیز بیکار می‌شوند تا در تکرار ششم، همه ریسمان‌ها به یک نخ فعال می‌رسند (هدررفت منابع به خاطر واگرایی تشدید می‌شود).</a:t>
            </a:r>
          </a:p>
          <a:p>
            <a:pPr eaLnBrk="1" hangingPunct="1">
              <a:lnSpc>
                <a:spcPct val="90000"/>
              </a:lnSpc>
            </a:pPr>
            <a:r>
              <a:rPr lang="fa-IR" sz="2400" dirty="0"/>
              <a:t>بعد از تکرار ششم، در هر تکرار نصف ریسمان‌ها کاملا غیرفعال می‌شوند (تعداد ریسمان‌های فعال رو به کاهش می‌گذارد و این هم باعث هدررفت منابع می‌شود).</a:t>
            </a:r>
          </a:p>
          <a:p>
            <a:pPr lvl="1" eaLnBrk="1" hangingPunct="1">
              <a:lnSpc>
                <a:spcPct val="90000"/>
              </a:lnSpc>
            </a:pPr>
            <a:r>
              <a:rPr lang="fa-IR" sz="2000" dirty="0"/>
              <a:t>این هدررفت منابع برای 6 تکرار دیگر ادامه می‌یابد (</a:t>
            </a:r>
            <a:r>
              <a:rPr lang="en-US" sz="2000" dirty="0"/>
              <a:t>stride</a:t>
            </a:r>
            <a:r>
              <a:rPr lang="fa-IR" sz="2000" dirty="0"/>
              <a:t>های 32، 64، 128، 256، 512 و 1024)، تا کل ریسمان‌های یک بلوک کارشان تمام شود. در تمام این تکرارها، هر ریسمان فعال فقط یک نخ فعال دارد.</a:t>
            </a:r>
            <a:endParaRPr lang="en-US" sz="2000" dirty="0"/>
          </a:p>
        </p:txBody>
      </p:sp>
      <p:sp>
        <p:nvSpPr>
          <p:cNvPr id="2" name="Date Placeholder 1">
            <a:extLst>
              <a:ext uri="{FF2B5EF4-FFF2-40B4-BE49-F238E27FC236}">
                <a16:creationId xmlns:a16="http://schemas.microsoft.com/office/drawing/2014/main" id="{78332593-1A63-42C6-8DD6-E853EB14A7B5}"/>
              </a:ext>
            </a:extLst>
          </p:cNvPr>
          <p:cNvSpPr>
            <a:spLocks noGrp="1"/>
          </p:cNvSpPr>
          <p:nvPr>
            <p:ph type="dt" sz="half" idx="10"/>
          </p:nvPr>
        </p:nvSpPr>
        <p:spPr/>
        <p:txBody>
          <a:bodyPr/>
          <a:lstStyle/>
          <a:p>
            <a:pPr>
              <a:defRPr/>
            </a:pPr>
            <a:r>
              <a:rPr lang="en-US" altLang="en-US"/>
              <a:t>برنامه‌نویسی چند‌هسته‌ای</a:t>
            </a:r>
          </a:p>
        </p:txBody>
      </p:sp>
      <p:sp>
        <p:nvSpPr>
          <p:cNvPr id="3" name="Footer Placeholder 2">
            <a:extLst>
              <a:ext uri="{FF2B5EF4-FFF2-40B4-BE49-F238E27FC236}">
                <a16:creationId xmlns:a16="http://schemas.microsoft.com/office/drawing/2014/main" id="{7A6F87F3-4E4D-47FF-A6FD-E442E0D4E2DF}"/>
              </a:ext>
            </a:extLst>
          </p:cNvPr>
          <p:cNvSpPr>
            <a:spLocks noGrp="1"/>
          </p:cNvSpPr>
          <p:nvPr>
            <p:ph type="ftr" sz="quarter" idx="11"/>
          </p:nvPr>
        </p:nvSpPr>
        <p:spPr/>
        <p:txBody>
          <a:bodyPr/>
          <a:lstStyle/>
          <a:p>
            <a:pPr>
              <a:defRPr/>
            </a:pPr>
            <a:r>
              <a:rPr lang="fa-IR" altLang="en-US"/>
              <a:t>8- برنامه‌نویسی پردازنده گرافیکی با </a:t>
            </a:r>
            <a:r>
              <a:rPr lang="en-US" altLang="en-US"/>
              <a:t>CUDA</a:t>
            </a:r>
            <a:endParaRPr lang="en-US" altLang="en-US" dirty="0"/>
          </a:p>
        </p:txBody>
      </p:sp>
      <p:sp>
        <p:nvSpPr>
          <p:cNvPr id="8" name="Slide Number Placeholder 5">
            <a:extLst>
              <a:ext uri="{FF2B5EF4-FFF2-40B4-BE49-F238E27FC236}">
                <a16:creationId xmlns:a16="http://schemas.microsoft.com/office/drawing/2014/main" id="{E03C82B2-7E94-4121-AE26-6805DB190CAC}"/>
              </a:ext>
            </a:extLst>
          </p:cNvPr>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7</a:t>
            </a:fld>
            <a:endParaRPr lang="en-US"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813E5112-1B69-46D8-87BE-49430ABA120F}"/>
              </a:ext>
            </a:extLst>
          </p:cNvPr>
          <p:cNvSpPr txBox="1">
            <a:spLocks/>
          </p:cNvSpPr>
          <p:nvPr/>
        </p:nvSpPr>
        <p:spPr bwMode="auto">
          <a:xfrm>
            <a:off x="612648" y="1219200"/>
            <a:ext cx="81534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9088" indent="-319088" algn="r" rtl="1" eaLnBrk="0" fontAlgn="base" hangingPunct="0">
              <a:spcBef>
                <a:spcPts val="700"/>
              </a:spcBef>
              <a:spcAft>
                <a:spcPct val="0"/>
              </a:spcAft>
              <a:buClr>
                <a:schemeClr val="accent2"/>
              </a:buClr>
              <a:buSzPct val="60000"/>
              <a:buFont typeface="Wingdings" pitchFamily="2" charset="2"/>
              <a:buChar char=""/>
              <a:defRPr sz="2800" kern="1200" baseline="0">
                <a:solidFill>
                  <a:schemeClr val="tx1"/>
                </a:solidFill>
                <a:latin typeface="+mn-lt"/>
                <a:ea typeface="+mn-ea"/>
                <a:cs typeface="B Nazanin" panose="00000400000000000000" pitchFamily="2" charset="-78"/>
              </a:defRPr>
            </a:lvl1pPr>
            <a:lvl2pPr marL="639763" indent="-273050" algn="r" rtl="1" eaLnBrk="0" fontAlgn="base" hangingPunct="0">
              <a:spcBef>
                <a:spcPts val="550"/>
              </a:spcBef>
              <a:spcAft>
                <a:spcPct val="0"/>
              </a:spcAft>
              <a:buClr>
                <a:schemeClr val="accent1"/>
              </a:buClr>
              <a:buSzPct val="70000"/>
              <a:buFont typeface="Wingdings 2" pitchFamily="18" charset="2"/>
              <a:buChar char=""/>
              <a:defRPr sz="2400" kern="1200" baseline="0">
                <a:solidFill>
                  <a:schemeClr val="tx1"/>
                </a:solidFill>
                <a:latin typeface="+mn-lt"/>
                <a:ea typeface="+mn-ea"/>
                <a:cs typeface="B Nazanin" panose="00000400000000000000" pitchFamily="2" charset="-78"/>
              </a:defRPr>
            </a:lvl2pPr>
            <a:lvl3pPr marL="914400" indent="-228600" algn="r" rtl="1" eaLnBrk="0" fontAlgn="base" hangingPunct="0">
              <a:spcBef>
                <a:spcPts val="500"/>
              </a:spcBef>
              <a:spcAft>
                <a:spcPct val="0"/>
              </a:spcAft>
              <a:buClr>
                <a:schemeClr val="accent2"/>
              </a:buClr>
              <a:buSzPct val="75000"/>
              <a:buFont typeface="Wingdings" pitchFamily="2" charset="2"/>
              <a:buChar char=""/>
              <a:defRPr sz="2000" kern="1200" baseline="0">
                <a:solidFill>
                  <a:schemeClr val="tx1"/>
                </a:solidFill>
                <a:latin typeface="+mn-lt"/>
                <a:ea typeface="+mn-ea"/>
                <a:cs typeface="B Nazanin" panose="00000400000000000000" pitchFamily="2" charset="-78"/>
              </a:defRPr>
            </a:lvl3pPr>
            <a:lvl4pPr marL="1371600" indent="-228600" algn="r" rtl="1" eaLnBrk="0" fontAlgn="base" hangingPunct="0">
              <a:spcBef>
                <a:spcPts val="400"/>
              </a:spcBef>
              <a:spcAft>
                <a:spcPct val="0"/>
              </a:spcAft>
              <a:buClr>
                <a:srgbClr val="A5AB81"/>
              </a:buClr>
              <a:buSzPct val="75000"/>
              <a:buFont typeface="Wingdings" pitchFamily="2" charset="2"/>
              <a:buChar char=""/>
              <a:defRPr sz="1800" kern="1200" baseline="0">
                <a:solidFill>
                  <a:schemeClr val="tx1"/>
                </a:solidFill>
                <a:latin typeface="+mn-lt"/>
                <a:ea typeface="+mn-ea"/>
                <a:cs typeface="B Nazanin" panose="00000400000000000000" pitchFamily="2" charset="-78"/>
              </a:defRPr>
            </a:lvl4pPr>
            <a:lvl5pPr marL="1828800" indent="-228600" algn="r" rtl="1" eaLnBrk="0" fontAlgn="base" hangingPunct="0">
              <a:spcBef>
                <a:spcPts val="400"/>
              </a:spcBef>
              <a:spcAft>
                <a:spcPct val="0"/>
              </a:spcAft>
              <a:buClr>
                <a:srgbClr val="D8B25C"/>
              </a:buClr>
              <a:buSzPct val="65000"/>
              <a:buFont typeface="Wingdings" pitchFamily="2" charset="2"/>
              <a:buChar char=""/>
              <a:defRPr sz="1800" kern="1200" baseline="0">
                <a:solidFill>
                  <a:schemeClr val="tx1"/>
                </a:solidFill>
                <a:latin typeface="+mn-lt"/>
                <a:ea typeface="+mn-ea"/>
                <a:cs typeface="B Nazanin" panose="00000400000000000000" pitchFamily="2" charset="-78"/>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r>
              <a:rPr lang="fa-IR" dirty="0"/>
              <a:t>در حالتی که اندازه بلوک 1024 است:</a:t>
            </a:r>
          </a:p>
          <a:p>
            <a:pPr lvl="1"/>
            <a:r>
              <a:rPr lang="fa-IR" dirty="0"/>
              <a:t>32 ریسمان داریم</a:t>
            </a:r>
          </a:p>
          <a:p>
            <a:pPr lvl="1"/>
            <a:r>
              <a:rPr lang="fa-IR" dirty="0"/>
              <a:t>هر ریسمان نیز 32 نخ دارد.</a:t>
            </a:r>
            <a:endParaRPr lang="en-US" dirty="0"/>
          </a:p>
          <a:p>
            <a:pPr lvl="1"/>
            <a:endParaRPr lang="en-US" dirty="0"/>
          </a:p>
        </p:txBody>
      </p:sp>
      <p:sp>
        <p:nvSpPr>
          <p:cNvPr id="2" name="Title 1">
            <a:extLst>
              <a:ext uri="{FF2B5EF4-FFF2-40B4-BE49-F238E27FC236}">
                <a16:creationId xmlns:a16="http://schemas.microsoft.com/office/drawing/2014/main" id="{6F919B8E-A619-42A0-BE42-F84C779DF430}"/>
              </a:ext>
            </a:extLst>
          </p:cNvPr>
          <p:cNvSpPr>
            <a:spLocks noGrp="1"/>
          </p:cNvSpPr>
          <p:nvPr>
            <p:ph type="title"/>
          </p:nvPr>
        </p:nvSpPr>
        <p:spPr/>
        <p:txBody>
          <a:bodyPr/>
          <a:lstStyle/>
          <a:p>
            <a:r>
              <a:rPr lang="fa-IR" dirty="0"/>
              <a:t>وضعیت اجرای نخ‌ها و ریسمانها</a:t>
            </a:r>
            <a:endParaRPr lang="en-US" dirty="0"/>
          </a:p>
        </p:txBody>
      </p:sp>
      <p:graphicFrame>
        <p:nvGraphicFramePr>
          <p:cNvPr id="7" name="Content Placeholder 6">
            <a:extLst>
              <a:ext uri="{FF2B5EF4-FFF2-40B4-BE49-F238E27FC236}">
                <a16:creationId xmlns:a16="http://schemas.microsoft.com/office/drawing/2014/main" id="{150034EE-DC28-479E-9E54-68D6B319F86E}"/>
              </a:ext>
            </a:extLst>
          </p:cNvPr>
          <p:cNvGraphicFramePr>
            <a:graphicFrameLocks noGrp="1"/>
          </p:cNvGraphicFramePr>
          <p:nvPr>
            <p:ph sz="quarter" idx="1"/>
            <p:extLst>
              <p:ext uri="{D42A27DB-BD31-4B8C-83A1-F6EECF244321}">
                <p14:modId xmlns:p14="http://schemas.microsoft.com/office/powerpoint/2010/main" val="2858571750"/>
              </p:ext>
            </p:extLst>
          </p:nvPr>
        </p:nvGraphicFramePr>
        <p:xfrm>
          <a:off x="672459" y="3093046"/>
          <a:ext cx="8033777" cy="1860589"/>
        </p:xfrm>
        <a:graphic>
          <a:graphicData uri="http://schemas.openxmlformats.org/drawingml/2006/table">
            <a:tbl>
              <a:tblPr firstRow="1" firstCol="1" bandRow="1">
                <a:tableStyleId>{69012ECD-51FC-41F1-AA8D-1B2483CD663E}</a:tableStyleId>
              </a:tblPr>
              <a:tblGrid>
                <a:gridCol w="535585">
                  <a:extLst>
                    <a:ext uri="{9D8B030D-6E8A-4147-A177-3AD203B41FA5}">
                      <a16:colId xmlns:a16="http://schemas.microsoft.com/office/drawing/2014/main" val="3433066202"/>
                    </a:ext>
                  </a:extLst>
                </a:gridCol>
                <a:gridCol w="535585">
                  <a:extLst>
                    <a:ext uri="{9D8B030D-6E8A-4147-A177-3AD203B41FA5}">
                      <a16:colId xmlns:a16="http://schemas.microsoft.com/office/drawing/2014/main" val="1169238977"/>
                    </a:ext>
                  </a:extLst>
                </a:gridCol>
                <a:gridCol w="535585">
                  <a:extLst>
                    <a:ext uri="{9D8B030D-6E8A-4147-A177-3AD203B41FA5}">
                      <a16:colId xmlns:a16="http://schemas.microsoft.com/office/drawing/2014/main" val="1663900851"/>
                    </a:ext>
                  </a:extLst>
                </a:gridCol>
                <a:gridCol w="535585">
                  <a:extLst>
                    <a:ext uri="{9D8B030D-6E8A-4147-A177-3AD203B41FA5}">
                      <a16:colId xmlns:a16="http://schemas.microsoft.com/office/drawing/2014/main" val="2769776359"/>
                    </a:ext>
                  </a:extLst>
                </a:gridCol>
                <a:gridCol w="535585">
                  <a:extLst>
                    <a:ext uri="{9D8B030D-6E8A-4147-A177-3AD203B41FA5}">
                      <a16:colId xmlns:a16="http://schemas.microsoft.com/office/drawing/2014/main" val="700056131"/>
                    </a:ext>
                  </a:extLst>
                </a:gridCol>
                <a:gridCol w="535585">
                  <a:extLst>
                    <a:ext uri="{9D8B030D-6E8A-4147-A177-3AD203B41FA5}">
                      <a16:colId xmlns:a16="http://schemas.microsoft.com/office/drawing/2014/main" val="2452779434"/>
                    </a:ext>
                  </a:extLst>
                </a:gridCol>
                <a:gridCol w="535585">
                  <a:extLst>
                    <a:ext uri="{9D8B030D-6E8A-4147-A177-3AD203B41FA5}">
                      <a16:colId xmlns:a16="http://schemas.microsoft.com/office/drawing/2014/main" val="3224872182"/>
                    </a:ext>
                  </a:extLst>
                </a:gridCol>
                <a:gridCol w="535585">
                  <a:extLst>
                    <a:ext uri="{9D8B030D-6E8A-4147-A177-3AD203B41FA5}">
                      <a16:colId xmlns:a16="http://schemas.microsoft.com/office/drawing/2014/main" val="1259325474"/>
                    </a:ext>
                  </a:extLst>
                </a:gridCol>
                <a:gridCol w="535585">
                  <a:extLst>
                    <a:ext uri="{9D8B030D-6E8A-4147-A177-3AD203B41FA5}">
                      <a16:colId xmlns:a16="http://schemas.microsoft.com/office/drawing/2014/main" val="378627297"/>
                    </a:ext>
                  </a:extLst>
                </a:gridCol>
                <a:gridCol w="535585">
                  <a:extLst>
                    <a:ext uri="{9D8B030D-6E8A-4147-A177-3AD203B41FA5}">
                      <a16:colId xmlns:a16="http://schemas.microsoft.com/office/drawing/2014/main" val="1137194434"/>
                    </a:ext>
                  </a:extLst>
                </a:gridCol>
                <a:gridCol w="535585">
                  <a:extLst>
                    <a:ext uri="{9D8B030D-6E8A-4147-A177-3AD203B41FA5}">
                      <a16:colId xmlns:a16="http://schemas.microsoft.com/office/drawing/2014/main" val="2388877061"/>
                    </a:ext>
                  </a:extLst>
                </a:gridCol>
                <a:gridCol w="2142342">
                  <a:extLst>
                    <a:ext uri="{9D8B030D-6E8A-4147-A177-3AD203B41FA5}">
                      <a16:colId xmlns:a16="http://schemas.microsoft.com/office/drawing/2014/main" val="2064988736"/>
                    </a:ext>
                  </a:extLst>
                </a:gridCol>
              </a:tblGrid>
              <a:tr h="471478">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تکرار 11</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solidFill>
                      <a:schemeClr val="accent1">
                        <a:lumMod val="75000"/>
                      </a:schemeClr>
                    </a:solidFill>
                  </a:tcP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تکرار 10</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solidFill>
                      <a:schemeClr val="accent1">
                        <a:lumMod val="75000"/>
                      </a:schemeClr>
                    </a:solidFill>
                  </a:tcP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تکرار 9</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solidFill>
                      <a:schemeClr val="accent1">
                        <a:lumMod val="75000"/>
                      </a:schemeClr>
                    </a:solidFill>
                  </a:tcP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تکرار 8</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solidFill>
                      <a:schemeClr val="accent1">
                        <a:lumMod val="75000"/>
                      </a:schemeClr>
                    </a:solidFill>
                  </a:tcP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تکرار 7</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solidFill>
                      <a:schemeClr val="accent1">
                        <a:lumMod val="75000"/>
                      </a:schemeClr>
                    </a:solidFill>
                  </a:tcP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تکرار 6</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solidFill>
                      <a:schemeClr val="accent1">
                        <a:lumMod val="75000"/>
                      </a:schemeClr>
                    </a:solidFill>
                  </a:tcPr>
                </a:tc>
                <a:tc>
                  <a:txBody>
                    <a:bodyPr/>
                    <a:lstStyle/>
                    <a:p>
                      <a:pPr algn="ctr" rtl="1">
                        <a:lnSpc>
                          <a:spcPct val="107000"/>
                        </a:lnSpc>
                        <a:spcAft>
                          <a:spcPts val="800"/>
                        </a:spcAft>
                      </a:pPr>
                      <a:r>
                        <a:rPr lang="fa-IR" sz="1400" b="1" dirty="0">
                          <a:effectLst/>
                          <a:cs typeface="B Nazanin" panose="00000400000000000000" pitchFamily="2" charset="-78"/>
                        </a:rPr>
                        <a:t>تکرار 5</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solidFill>
                      <a:schemeClr val="accent1">
                        <a:lumMod val="75000"/>
                      </a:schemeClr>
                    </a:solidFill>
                  </a:tcPr>
                </a:tc>
                <a:tc>
                  <a:txBody>
                    <a:bodyPr/>
                    <a:lstStyle/>
                    <a:p>
                      <a:pPr algn="ctr" rtl="1">
                        <a:lnSpc>
                          <a:spcPct val="107000"/>
                        </a:lnSpc>
                        <a:spcAft>
                          <a:spcPts val="800"/>
                        </a:spcAft>
                      </a:pPr>
                      <a:r>
                        <a:rPr lang="fa-IR" sz="1400" b="1" dirty="0">
                          <a:effectLst/>
                          <a:cs typeface="B Nazanin" panose="00000400000000000000" pitchFamily="2" charset="-78"/>
                        </a:rPr>
                        <a:t>تکرار 4</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solidFill>
                      <a:schemeClr val="accent1">
                        <a:lumMod val="75000"/>
                      </a:schemeClr>
                    </a:solidFill>
                  </a:tcPr>
                </a:tc>
                <a:tc>
                  <a:txBody>
                    <a:bodyPr/>
                    <a:lstStyle/>
                    <a:p>
                      <a:pPr algn="ctr" rtl="1">
                        <a:lnSpc>
                          <a:spcPct val="107000"/>
                        </a:lnSpc>
                        <a:spcAft>
                          <a:spcPts val="800"/>
                        </a:spcAft>
                      </a:pPr>
                      <a:r>
                        <a:rPr lang="fa-IR" sz="1400" b="1" dirty="0">
                          <a:effectLst/>
                          <a:cs typeface="B Nazanin" panose="00000400000000000000" pitchFamily="2" charset="-78"/>
                        </a:rPr>
                        <a:t>تکرار 3</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solidFill>
                      <a:schemeClr val="accent1">
                        <a:lumMod val="75000"/>
                      </a:schemeClr>
                    </a:solidFill>
                  </a:tcPr>
                </a:tc>
                <a:tc>
                  <a:txBody>
                    <a:bodyPr/>
                    <a:lstStyle/>
                    <a:p>
                      <a:pPr algn="ctr" rtl="1">
                        <a:lnSpc>
                          <a:spcPct val="107000"/>
                        </a:lnSpc>
                        <a:spcAft>
                          <a:spcPts val="800"/>
                        </a:spcAft>
                      </a:pPr>
                      <a:r>
                        <a:rPr lang="fa-IR" sz="1400" b="1" dirty="0">
                          <a:effectLst/>
                          <a:cs typeface="B Nazanin" panose="00000400000000000000" pitchFamily="2" charset="-78"/>
                        </a:rPr>
                        <a:t>تکرار 2</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solidFill>
                      <a:schemeClr val="accent1">
                        <a:lumMod val="75000"/>
                      </a:schemeClr>
                    </a:solidFill>
                  </a:tcPr>
                </a:tc>
                <a:tc>
                  <a:txBody>
                    <a:bodyPr/>
                    <a:lstStyle/>
                    <a:p>
                      <a:pPr algn="ctr" rtl="1">
                        <a:lnSpc>
                          <a:spcPct val="107000"/>
                        </a:lnSpc>
                        <a:spcAft>
                          <a:spcPts val="800"/>
                        </a:spcAft>
                      </a:pPr>
                      <a:r>
                        <a:rPr lang="fa-IR" sz="1400" b="1" dirty="0">
                          <a:effectLst/>
                          <a:cs typeface="B Nazanin" panose="00000400000000000000" pitchFamily="2" charset="-78"/>
                        </a:rPr>
                        <a:t>تکرار 1</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solidFill>
                      <a:schemeClr val="accent1">
                        <a:lumMod val="75000"/>
                      </a:schemeClr>
                    </a:solidFill>
                  </a:tcPr>
                </a:tc>
                <a:tc>
                  <a:txBody>
                    <a:bodyPr/>
                    <a:lstStyle/>
                    <a:p>
                      <a:pPr algn="ctr" rtl="1">
                        <a:lnSpc>
                          <a:spcPct val="107000"/>
                        </a:lnSpc>
                        <a:spcAft>
                          <a:spcPts val="800"/>
                        </a:spcAft>
                      </a:pPr>
                      <a:r>
                        <a:rPr lang="fa-IR" sz="1400" b="1" dirty="0">
                          <a:effectLst/>
                          <a:cs typeface="B Nazanin" panose="00000400000000000000" pitchFamily="2" charset="-78"/>
                        </a:rPr>
                        <a:t> </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solidFill>
                      <a:schemeClr val="accent1">
                        <a:lumMod val="75000"/>
                      </a:schemeClr>
                    </a:solidFill>
                  </a:tcPr>
                </a:tc>
                <a:extLst>
                  <a:ext uri="{0D108BD9-81ED-4DB2-BD59-A6C34878D82A}">
                    <a16:rowId xmlns:a16="http://schemas.microsoft.com/office/drawing/2014/main" val="504416078"/>
                  </a:ext>
                </a:extLst>
              </a:tr>
              <a:tr h="471478">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1024</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512</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256</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128</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64</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32</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cs typeface="B Nazanin" panose="00000400000000000000" pitchFamily="2" charset="-78"/>
                        </a:rPr>
                        <a:t>16</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a:effectLst/>
                          <a:cs typeface="B Nazanin" panose="00000400000000000000" pitchFamily="2" charset="-78"/>
                        </a:rPr>
                        <a:t>8</a:t>
                      </a:r>
                      <a:endParaRPr lang="en-US" sz="1400" b="1">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a:effectLst/>
                          <a:cs typeface="B Nazanin" panose="00000400000000000000" pitchFamily="2" charset="-78"/>
                        </a:rPr>
                        <a:t>4</a:t>
                      </a:r>
                      <a:endParaRPr lang="en-US" sz="1400" b="1">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a:effectLst/>
                          <a:cs typeface="B Nazanin" panose="00000400000000000000" pitchFamily="2" charset="-78"/>
                        </a:rPr>
                        <a:t>2</a:t>
                      </a:r>
                      <a:endParaRPr lang="en-US" sz="1400" b="1">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cs typeface="B Nazanin" panose="00000400000000000000" pitchFamily="2" charset="-78"/>
                        </a:rPr>
                        <a:t>1</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en-US" sz="1400" b="1" dirty="0">
                          <a:solidFill>
                            <a:schemeClr val="bg1"/>
                          </a:solidFill>
                          <a:effectLst/>
                          <a:cs typeface="B Nazanin" panose="00000400000000000000" pitchFamily="2" charset="-78"/>
                        </a:rPr>
                        <a:t>stride</a:t>
                      </a:r>
                      <a:endParaRPr lang="en-US" sz="1400" b="1" dirty="0">
                        <a:solidFill>
                          <a:schemeClr val="bg1"/>
                        </a:solidFill>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solidFill>
                      <a:schemeClr val="accent1">
                        <a:lumMod val="75000"/>
                      </a:schemeClr>
                    </a:solidFill>
                  </a:tcPr>
                </a:tc>
                <a:extLst>
                  <a:ext uri="{0D108BD9-81ED-4DB2-BD59-A6C34878D82A}">
                    <a16:rowId xmlns:a16="http://schemas.microsoft.com/office/drawing/2014/main" val="2052212171"/>
                  </a:ext>
                </a:extLst>
              </a:tr>
              <a:tr h="504844">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1</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1</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1</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1</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1</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1</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en-US" sz="1400" b="1" dirty="0">
                          <a:effectLst/>
                          <a:cs typeface="B Nazanin" panose="00000400000000000000" pitchFamily="2" charset="-78"/>
                        </a:rPr>
                        <a:t> </a:t>
                      </a:r>
                      <a:r>
                        <a:rPr lang="fa-IR" sz="1400" b="1" dirty="0">
                          <a:effectLst/>
                          <a:cs typeface="B Nazanin" panose="00000400000000000000" pitchFamily="2" charset="-78"/>
                        </a:rPr>
                        <a:t>2</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en-US" sz="1400" b="1" dirty="0">
                          <a:effectLst/>
                          <a:cs typeface="B Nazanin" panose="00000400000000000000" pitchFamily="2" charset="-78"/>
                        </a:rPr>
                        <a:t> </a:t>
                      </a:r>
                      <a:r>
                        <a:rPr lang="fa-IR" sz="1400" b="1" dirty="0">
                          <a:effectLst/>
                          <a:cs typeface="B Nazanin" panose="00000400000000000000" pitchFamily="2" charset="-78"/>
                        </a:rPr>
                        <a:t>4</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cs typeface="B Nazanin" panose="00000400000000000000" pitchFamily="2" charset="-78"/>
                        </a:rPr>
                        <a:t>8</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a:effectLst/>
                          <a:cs typeface="B Nazanin" panose="00000400000000000000" pitchFamily="2" charset="-78"/>
                        </a:rPr>
                        <a:t>16</a:t>
                      </a:r>
                      <a:endParaRPr lang="en-US" sz="1400" b="1">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cs typeface="B Nazanin" panose="00000400000000000000" pitchFamily="2" charset="-78"/>
                        </a:rPr>
                        <a:t>32</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solidFill>
                            <a:schemeClr val="bg1"/>
                          </a:solidFill>
                          <a:effectLst/>
                          <a:cs typeface="B Nazanin" panose="00000400000000000000" pitchFamily="2" charset="-78"/>
                        </a:rPr>
                        <a:t>تعداد نخهای فعال در ریسمان (که در شرط </a:t>
                      </a:r>
                      <a:r>
                        <a:rPr lang="en-US" sz="1400" b="1" dirty="0">
                          <a:solidFill>
                            <a:schemeClr val="bg1"/>
                          </a:solidFill>
                          <a:effectLst/>
                          <a:cs typeface="B Nazanin" panose="00000400000000000000" pitchFamily="2" charset="-78"/>
                        </a:rPr>
                        <a:t>if</a:t>
                      </a:r>
                      <a:r>
                        <a:rPr lang="fa-IR" sz="1400" b="1" dirty="0">
                          <a:solidFill>
                            <a:schemeClr val="bg1"/>
                          </a:solidFill>
                          <a:effectLst/>
                          <a:cs typeface="B Nazanin" panose="00000400000000000000" pitchFamily="2" charset="-78"/>
                        </a:rPr>
                        <a:t> صدق می‌کنند و کار مفید انجام می‌دهند)</a:t>
                      </a:r>
                      <a:endParaRPr lang="en-US" sz="1400" b="1" dirty="0">
                        <a:solidFill>
                          <a:schemeClr val="bg1"/>
                        </a:solidFill>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solidFill>
                      <a:schemeClr val="accent1">
                        <a:lumMod val="75000"/>
                      </a:schemeClr>
                    </a:solidFill>
                  </a:tcPr>
                </a:tc>
                <a:extLst>
                  <a:ext uri="{0D108BD9-81ED-4DB2-BD59-A6C34878D82A}">
                    <a16:rowId xmlns:a16="http://schemas.microsoft.com/office/drawing/2014/main" val="2800123264"/>
                  </a:ext>
                </a:extLst>
              </a:tr>
              <a:tr h="232785">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1</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2</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4</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8</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16</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32</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32</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32</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32</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32</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32</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solidFill>
                            <a:schemeClr val="bg1"/>
                          </a:solidFill>
                          <a:effectLst/>
                          <a:latin typeface="Calibri" panose="020F0502020204030204" pitchFamily="34" charset="0"/>
                          <a:ea typeface="Calibri" panose="020F0502020204030204" pitchFamily="34" charset="0"/>
                          <a:cs typeface="B Nazanin" panose="00000400000000000000" pitchFamily="2" charset="-78"/>
                        </a:rPr>
                        <a:t>تعداد ریسمانهای فعال</a:t>
                      </a:r>
                      <a:endParaRPr lang="en-US" sz="1400" b="1" dirty="0">
                        <a:solidFill>
                          <a:schemeClr val="bg1"/>
                        </a:solidFill>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solidFill>
                      <a:schemeClr val="accent1">
                        <a:lumMod val="75000"/>
                      </a:schemeClr>
                    </a:solidFill>
                  </a:tcPr>
                </a:tc>
                <a:extLst>
                  <a:ext uri="{0D108BD9-81ED-4DB2-BD59-A6C34878D82A}">
                    <a16:rowId xmlns:a16="http://schemas.microsoft.com/office/drawing/2014/main" val="2706471453"/>
                  </a:ext>
                </a:extLst>
              </a:tr>
            </a:tbl>
          </a:graphicData>
        </a:graphic>
      </p:graphicFrame>
      <p:sp>
        <p:nvSpPr>
          <p:cNvPr id="4" name="Date Placeholder 3">
            <a:extLst>
              <a:ext uri="{FF2B5EF4-FFF2-40B4-BE49-F238E27FC236}">
                <a16:creationId xmlns:a16="http://schemas.microsoft.com/office/drawing/2014/main" id="{38E42C7A-5027-42AF-81E0-A8F3FB8DBC3F}"/>
              </a:ext>
            </a:extLst>
          </p:cNvPr>
          <p:cNvSpPr>
            <a:spLocks noGrp="1"/>
          </p:cNvSpPr>
          <p:nvPr>
            <p:ph type="dt" sz="half" idx="10"/>
          </p:nvPr>
        </p:nvSpPr>
        <p:spPr/>
        <p:txBody>
          <a:bodyPr/>
          <a:lstStyle/>
          <a:p>
            <a:pPr>
              <a:defRPr/>
            </a:pPr>
            <a:r>
              <a:rPr lang="en-US" altLang="en-US"/>
              <a:t>برنامه‌نویسی چند‌هسته‌ای</a:t>
            </a:r>
          </a:p>
        </p:txBody>
      </p:sp>
      <p:sp>
        <p:nvSpPr>
          <p:cNvPr id="5" name="Footer Placeholder 4">
            <a:extLst>
              <a:ext uri="{FF2B5EF4-FFF2-40B4-BE49-F238E27FC236}">
                <a16:creationId xmlns:a16="http://schemas.microsoft.com/office/drawing/2014/main" id="{D9D29592-F4C7-44A4-B138-0C55819197AC}"/>
              </a:ext>
            </a:extLst>
          </p:cNvPr>
          <p:cNvSpPr>
            <a:spLocks noGrp="1"/>
          </p:cNvSpPr>
          <p:nvPr>
            <p:ph type="ftr" sz="quarter" idx="11"/>
          </p:nvPr>
        </p:nvSpPr>
        <p:spPr/>
        <p:txBody>
          <a:bodyPr/>
          <a:lstStyle/>
          <a:p>
            <a:pPr>
              <a:defRPr/>
            </a:pPr>
            <a:r>
              <a:rPr lang="fa-IR" altLang="en-US"/>
              <a:t>8- برنامه‌نویسی پردازنده گرافیکی با </a:t>
            </a:r>
            <a:r>
              <a:rPr lang="en-US" altLang="en-US"/>
              <a:t>CUDA</a:t>
            </a:r>
            <a:endParaRPr lang="en-US" altLang="en-US" dirty="0"/>
          </a:p>
        </p:txBody>
      </p:sp>
      <p:sp>
        <p:nvSpPr>
          <p:cNvPr id="6" name="Slide Number Placeholder 5">
            <a:extLst>
              <a:ext uri="{FF2B5EF4-FFF2-40B4-BE49-F238E27FC236}">
                <a16:creationId xmlns:a16="http://schemas.microsoft.com/office/drawing/2014/main" id="{537358DB-7D8B-47EB-9948-7F4BEA11CE57}"/>
              </a:ext>
            </a:extLst>
          </p:cNvPr>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8</a:t>
            </a:fld>
            <a:endParaRPr lang="en-US" altLang="en-US" dirty="0"/>
          </a:p>
        </p:txBody>
      </p:sp>
      <p:sp>
        <p:nvSpPr>
          <p:cNvPr id="9" name="Left Brace 8">
            <a:extLst>
              <a:ext uri="{FF2B5EF4-FFF2-40B4-BE49-F238E27FC236}">
                <a16:creationId xmlns:a16="http://schemas.microsoft.com/office/drawing/2014/main" id="{033F6028-F2F6-40B6-82CD-8CAD521E0950}"/>
              </a:ext>
            </a:extLst>
          </p:cNvPr>
          <p:cNvSpPr/>
          <p:nvPr/>
        </p:nvSpPr>
        <p:spPr>
          <a:xfrm rot="16200000">
            <a:off x="3162300" y="2701325"/>
            <a:ext cx="381000" cy="4991100"/>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217FEB22-600E-44CC-8142-C0B0A6B76C3A}"/>
              </a:ext>
            </a:extLst>
          </p:cNvPr>
          <p:cNvSpPr txBox="1"/>
          <p:nvPr/>
        </p:nvSpPr>
        <p:spPr>
          <a:xfrm>
            <a:off x="2057399" y="5404672"/>
            <a:ext cx="2514601" cy="369332"/>
          </a:xfrm>
          <a:prstGeom prst="rect">
            <a:avLst/>
          </a:prstGeom>
          <a:noFill/>
        </p:spPr>
        <p:txBody>
          <a:bodyPr wrap="square" rtlCol="0">
            <a:spAutoFit/>
          </a:bodyPr>
          <a:lstStyle/>
          <a:p>
            <a:pPr algn="ctr"/>
            <a:r>
              <a:rPr lang="fa-IR" dirty="0">
                <a:cs typeface="B Nazanin" panose="00000400000000000000" pitchFamily="2" charset="-78"/>
              </a:rPr>
              <a:t>در 10 تکرار واگرایی داریم</a:t>
            </a:r>
            <a:endParaRPr lang="en-US" dirty="0">
              <a:cs typeface="B Nazanin" panose="00000400000000000000" pitchFamily="2" charset="-78"/>
            </a:endParaRPr>
          </a:p>
        </p:txBody>
      </p:sp>
    </p:spTree>
    <p:extLst>
      <p:ext uri="{BB962C8B-B14F-4D97-AF65-F5344CB8AC3E}">
        <p14:creationId xmlns:p14="http://schemas.microsoft.com/office/powerpoint/2010/main" val="3290105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363CA-944B-426B-BDBF-499C99D22BAD}"/>
              </a:ext>
            </a:extLst>
          </p:cNvPr>
          <p:cNvSpPr>
            <a:spLocks noGrp="1"/>
          </p:cNvSpPr>
          <p:nvPr>
            <p:ph type="title"/>
          </p:nvPr>
        </p:nvSpPr>
        <p:spPr/>
        <p:txBody>
          <a:bodyPr/>
          <a:lstStyle/>
          <a:p>
            <a:r>
              <a:rPr lang="fa-IR" dirty="0"/>
              <a:t>دیاگرام اجرای نخ‌ها با فرض </a:t>
            </a:r>
            <a:r>
              <a:rPr lang="en-US" dirty="0" err="1"/>
              <a:t>warpsize</a:t>
            </a:r>
            <a:r>
              <a:rPr lang="en-US" dirty="0"/>
              <a:t>=2</a:t>
            </a:r>
          </a:p>
        </p:txBody>
      </p:sp>
      <p:sp>
        <p:nvSpPr>
          <p:cNvPr id="3" name="Content Placeholder 2">
            <a:extLst>
              <a:ext uri="{FF2B5EF4-FFF2-40B4-BE49-F238E27FC236}">
                <a16:creationId xmlns:a16="http://schemas.microsoft.com/office/drawing/2014/main" id="{90FEA884-ED02-4868-B4B2-2607941DA878}"/>
              </a:ext>
            </a:extLst>
          </p:cNvPr>
          <p:cNvSpPr>
            <a:spLocks noGrp="1"/>
          </p:cNvSpPr>
          <p:nvPr>
            <p:ph sz="quarter" idx="1"/>
          </p:nvPr>
        </p:nvSpPr>
        <p:spPr/>
        <p:txBody>
          <a:bodyPr/>
          <a:lstStyle/>
          <a:p>
            <a:endParaRPr lang="en-US" dirty="0"/>
          </a:p>
        </p:txBody>
      </p:sp>
      <p:sp>
        <p:nvSpPr>
          <p:cNvPr id="4" name="Date Placeholder 3">
            <a:extLst>
              <a:ext uri="{FF2B5EF4-FFF2-40B4-BE49-F238E27FC236}">
                <a16:creationId xmlns:a16="http://schemas.microsoft.com/office/drawing/2014/main" id="{AE916D10-572F-4C57-A223-2169214D2D67}"/>
              </a:ext>
            </a:extLst>
          </p:cNvPr>
          <p:cNvSpPr>
            <a:spLocks noGrp="1"/>
          </p:cNvSpPr>
          <p:nvPr>
            <p:ph type="dt" sz="half" idx="10"/>
          </p:nvPr>
        </p:nvSpPr>
        <p:spPr/>
        <p:txBody>
          <a:bodyPr/>
          <a:lstStyle/>
          <a:p>
            <a:pPr>
              <a:defRPr/>
            </a:pPr>
            <a:r>
              <a:rPr lang="en-US" altLang="en-US"/>
              <a:t>برنامه‌نویسی چند‌هسته‌ای</a:t>
            </a:r>
          </a:p>
        </p:txBody>
      </p:sp>
      <p:sp>
        <p:nvSpPr>
          <p:cNvPr id="5" name="Footer Placeholder 4">
            <a:extLst>
              <a:ext uri="{FF2B5EF4-FFF2-40B4-BE49-F238E27FC236}">
                <a16:creationId xmlns:a16="http://schemas.microsoft.com/office/drawing/2014/main" id="{31D381AA-BA8C-42B9-B8BE-31A119AABFD3}"/>
              </a:ext>
            </a:extLst>
          </p:cNvPr>
          <p:cNvSpPr>
            <a:spLocks noGrp="1"/>
          </p:cNvSpPr>
          <p:nvPr>
            <p:ph type="ftr" sz="quarter" idx="11"/>
          </p:nvPr>
        </p:nvSpPr>
        <p:spPr/>
        <p:txBody>
          <a:bodyPr/>
          <a:lstStyle/>
          <a:p>
            <a:pPr>
              <a:defRPr/>
            </a:pPr>
            <a:r>
              <a:rPr lang="fa-IR" altLang="en-US"/>
              <a:t>8- برنامه‌نویسی پردازنده گرافیکی با </a:t>
            </a:r>
            <a:r>
              <a:rPr lang="en-US" altLang="en-US"/>
              <a:t>CUDA</a:t>
            </a:r>
            <a:endParaRPr lang="en-US" altLang="en-US" dirty="0"/>
          </a:p>
        </p:txBody>
      </p:sp>
      <p:sp>
        <p:nvSpPr>
          <p:cNvPr id="6" name="Slide Number Placeholder 5">
            <a:extLst>
              <a:ext uri="{FF2B5EF4-FFF2-40B4-BE49-F238E27FC236}">
                <a16:creationId xmlns:a16="http://schemas.microsoft.com/office/drawing/2014/main" id="{F06B1C1A-6234-4108-A1BB-A58E4658504C}"/>
              </a:ext>
            </a:extLst>
          </p:cNvPr>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9</a:t>
            </a:fld>
            <a:endParaRPr lang="en-US" altLang="en-US" dirty="0"/>
          </a:p>
        </p:txBody>
      </p:sp>
      <p:sp>
        <p:nvSpPr>
          <p:cNvPr id="7" name="Rectangle 3">
            <a:extLst>
              <a:ext uri="{FF2B5EF4-FFF2-40B4-BE49-F238E27FC236}">
                <a16:creationId xmlns:a16="http://schemas.microsoft.com/office/drawing/2014/main" id="{18F6BBFD-A392-4E51-BE67-3F30730538DA}"/>
              </a:ext>
            </a:extLst>
          </p:cNvPr>
          <p:cNvSpPr>
            <a:spLocks noChangeArrowheads="1"/>
          </p:cNvSpPr>
          <p:nvPr/>
        </p:nvSpPr>
        <p:spPr bwMode="auto">
          <a:xfrm>
            <a:off x="5410200" y="1833564"/>
            <a:ext cx="685800" cy="4262435"/>
          </a:xfrm>
          <a:prstGeom prst="rect">
            <a:avLst/>
          </a:prstGeom>
          <a:solidFill>
            <a:srgbClr val="00FF00"/>
          </a:solidFill>
          <a:ln w="9525">
            <a:solidFill>
              <a:schemeClr val="tx1"/>
            </a:solidFill>
            <a:miter lim="800000"/>
            <a:headEnd/>
            <a:tailEnd/>
          </a:ln>
        </p:spPr>
        <p:txBody>
          <a:bodyPr wrap="none" anchor="ctr"/>
          <a:lstStyle/>
          <a:p>
            <a:endParaRPr lang="en-US"/>
          </a:p>
        </p:txBody>
      </p:sp>
      <p:sp>
        <p:nvSpPr>
          <p:cNvPr id="8" name="Rectangle 4">
            <a:extLst>
              <a:ext uri="{FF2B5EF4-FFF2-40B4-BE49-F238E27FC236}">
                <a16:creationId xmlns:a16="http://schemas.microsoft.com/office/drawing/2014/main" id="{EA1189BE-6945-451C-B627-499C6C82123F}"/>
              </a:ext>
            </a:extLst>
          </p:cNvPr>
          <p:cNvSpPr>
            <a:spLocks noChangeArrowheads="1"/>
          </p:cNvSpPr>
          <p:nvPr/>
        </p:nvSpPr>
        <p:spPr bwMode="auto">
          <a:xfrm>
            <a:off x="2667000" y="1833564"/>
            <a:ext cx="685800" cy="4262435"/>
          </a:xfrm>
          <a:prstGeom prst="rect">
            <a:avLst/>
          </a:prstGeom>
          <a:solidFill>
            <a:srgbClr val="00FF00"/>
          </a:solidFill>
          <a:ln w="9525">
            <a:solidFill>
              <a:schemeClr val="tx1"/>
            </a:solidFill>
            <a:miter lim="800000"/>
            <a:headEnd/>
            <a:tailEnd/>
          </a:ln>
        </p:spPr>
        <p:txBody>
          <a:bodyPr wrap="none" anchor="ctr"/>
          <a:lstStyle/>
          <a:p>
            <a:endParaRPr lang="en-US"/>
          </a:p>
        </p:txBody>
      </p:sp>
      <p:sp>
        <p:nvSpPr>
          <p:cNvPr id="9" name="Rectangle 5">
            <a:extLst>
              <a:ext uri="{FF2B5EF4-FFF2-40B4-BE49-F238E27FC236}">
                <a16:creationId xmlns:a16="http://schemas.microsoft.com/office/drawing/2014/main" id="{33D67A89-D5EA-4FCD-BD60-93C26AA74DBE}"/>
              </a:ext>
            </a:extLst>
          </p:cNvPr>
          <p:cNvSpPr>
            <a:spLocks noChangeArrowheads="1"/>
          </p:cNvSpPr>
          <p:nvPr/>
        </p:nvSpPr>
        <p:spPr bwMode="auto">
          <a:xfrm>
            <a:off x="4038600" y="1833564"/>
            <a:ext cx="685800" cy="4262435"/>
          </a:xfrm>
          <a:prstGeom prst="rect">
            <a:avLst/>
          </a:prstGeom>
          <a:solidFill>
            <a:srgbClr val="FFFF00"/>
          </a:solidFill>
          <a:ln w="9525">
            <a:solidFill>
              <a:schemeClr val="tx1"/>
            </a:solidFill>
            <a:miter lim="800000"/>
            <a:headEnd/>
            <a:tailEnd/>
          </a:ln>
        </p:spPr>
        <p:txBody>
          <a:bodyPr wrap="none" anchor="ctr"/>
          <a:lstStyle/>
          <a:p>
            <a:endParaRPr lang="en-US"/>
          </a:p>
        </p:txBody>
      </p:sp>
      <p:sp>
        <p:nvSpPr>
          <p:cNvPr id="10" name="Rectangle 7">
            <a:extLst>
              <a:ext uri="{FF2B5EF4-FFF2-40B4-BE49-F238E27FC236}">
                <a16:creationId xmlns:a16="http://schemas.microsoft.com/office/drawing/2014/main" id="{D42962CF-F07C-4C8E-84CE-BCA552913926}"/>
              </a:ext>
            </a:extLst>
          </p:cNvPr>
          <p:cNvSpPr>
            <a:spLocks noChangeArrowheads="1"/>
          </p:cNvSpPr>
          <p:nvPr/>
        </p:nvSpPr>
        <p:spPr bwMode="auto">
          <a:xfrm>
            <a:off x="1295400" y="1833564"/>
            <a:ext cx="685800" cy="4262435"/>
          </a:xfrm>
          <a:prstGeom prst="rect">
            <a:avLst/>
          </a:prstGeom>
          <a:solidFill>
            <a:srgbClr val="FF6600"/>
          </a:solidFill>
          <a:ln w="9525">
            <a:solidFill>
              <a:schemeClr val="tx1"/>
            </a:solidFill>
            <a:miter lim="800000"/>
            <a:headEnd/>
            <a:tailEnd/>
          </a:ln>
        </p:spPr>
        <p:txBody>
          <a:bodyPr wrap="none" anchor="ctr"/>
          <a:lstStyle/>
          <a:p>
            <a:pPr algn="ctr"/>
            <a:endParaRPr lang="en-US" sz="1600"/>
          </a:p>
        </p:txBody>
      </p:sp>
      <p:sp>
        <p:nvSpPr>
          <p:cNvPr id="11" name="Rectangle 9">
            <a:extLst>
              <a:ext uri="{FF2B5EF4-FFF2-40B4-BE49-F238E27FC236}">
                <a16:creationId xmlns:a16="http://schemas.microsoft.com/office/drawing/2014/main" id="{2EC04BB2-A6AB-4FE1-A714-6E0AA37FDF09}"/>
              </a:ext>
            </a:extLst>
          </p:cNvPr>
          <p:cNvSpPr>
            <a:spLocks noChangeArrowheads="1"/>
          </p:cNvSpPr>
          <p:nvPr/>
        </p:nvSpPr>
        <p:spPr bwMode="auto">
          <a:xfrm>
            <a:off x="1295400" y="2139852"/>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a:t>3</a:t>
            </a:r>
          </a:p>
        </p:txBody>
      </p:sp>
      <p:sp>
        <p:nvSpPr>
          <p:cNvPr id="12" name="Rectangle 10">
            <a:extLst>
              <a:ext uri="{FF2B5EF4-FFF2-40B4-BE49-F238E27FC236}">
                <a16:creationId xmlns:a16="http://schemas.microsoft.com/office/drawing/2014/main" id="{44B4FEFD-3BFD-4267-BA3F-CD3CE43CA1BF}"/>
              </a:ext>
            </a:extLst>
          </p:cNvPr>
          <p:cNvSpPr>
            <a:spLocks noChangeArrowheads="1"/>
          </p:cNvSpPr>
          <p:nvPr/>
        </p:nvSpPr>
        <p:spPr bwMode="auto">
          <a:xfrm>
            <a:off x="1981200" y="2139852"/>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a:t>1</a:t>
            </a:r>
          </a:p>
        </p:txBody>
      </p:sp>
      <p:sp>
        <p:nvSpPr>
          <p:cNvPr id="13" name="Rectangle 11">
            <a:extLst>
              <a:ext uri="{FF2B5EF4-FFF2-40B4-BE49-F238E27FC236}">
                <a16:creationId xmlns:a16="http://schemas.microsoft.com/office/drawing/2014/main" id="{B109BB13-CABD-4C68-867A-49646FC299A3}"/>
              </a:ext>
            </a:extLst>
          </p:cNvPr>
          <p:cNvSpPr>
            <a:spLocks noChangeArrowheads="1"/>
          </p:cNvSpPr>
          <p:nvPr/>
        </p:nvSpPr>
        <p:spPr bwMode="auto">
          <a:xfrm>
            <a:off x="2667000" y="2139852"/>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a:t>7</a:t>
            </a:r>
          </a:p>
        </p:txBody>
      </p:sp>
      <p:sp>
        <p:nvSpPr>
          <p:cNvPr id="14" name="Rectangle 12">
            <a:extLst>
              <a:ext uri="{FF2B5EF4-FFF2-40B4-BE49-F238E27FC236}">
                <a16:creationId xmlns:a16="http://schemas.microsoft.com/office/drawing/2014/main" id="{F3913A7A-70D6-4C57-8B4A-BD9BF47D65E2}"/>
              </a:ext>
            </a:extLst>
          </p:cNvPr>
          <p:cNvSpPr>
            <a:spLocks noChangeArrowheads="1"/>
          </p:cNvSpPr>
          <p:nvPr/>
        </p:nvSpPr>
        <p:spPr bwMode="auto">
          <a:xfrm>
            <a:off x="3352800" y="2139852"/>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a:t>0</a:t>
            </a:r>
          </a:p>
        </p:txBody>
      </p:sp>
      <p:sp>
        <p:nvSpPr>
          <p:cNvPr id="15" name="Rectangle 13">
            <a:extLst>
              <a:ext uri="{FF2B5EF4-FFF2-40B4-BE49-F238E27FC236}">
                <a16:creationId xmlns:a16="http://schemas.microsoft.com/office/drawing/2014/main" id="{540D1FFD-9676-4EA8-A542-677A2A23DC6A}"/>
              </a:ext>
            </a:extLst>
          </p:cNvPr>
          <p:cNvSpPr>
            <a:spLocks noChangeArrowheads="1"/>
          </p:cNvSpPr>
          <p:nvPr/>
        </p:nvSpPr>
        <p:spPr bwMode="auto">
          <a:xfrm>
            <a:off x="4038600" y="2139852"/>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a:t>4</a:t>
            </a:r>
          </a:p>
        </p:txBody>
      </p:sp>
      <p:sp>
        <p:nvSpPr>
          <p:cNvPr id="16" name="Rectangle 14">
            <a:extLst>
              <a:ext uri="{FF2B5EF4-FFF2-40B4-BE49-F238E27FC236}">
                <a16:creationId xmlns:a16="http://schemas.microsoft.com/office/drawing/2014/main" id="{CE54205B-9895-46E8-A89F-0858DBBD9CA8}"/>
              </a:ext>
            </a:extLst>
          </p:cNvPr>
          <p:cNvSpPr>
            <a:spLocks noChangeArrowheads="1"/>
          </p:cNvSpPr>
          <p:nvPr/>
        </p:nvSpPr>
        <p:spPr bwMode="auto">
          <a:xfrm>
            <a:off x="4724400" y="2139852"/>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a:t>1</a:t>
            </a:r>
          </a:p>
        </p:txBody>
      </p:sp>
      <p:sp>
        <p:nvSpPr>
          <p:cNvPr id="17" name="Rectangle 16">
            <a:extLst>
              <a:ext uri="{FF2B5EF4-FFF2-40B4-BE49-F238E27FC236}">
                <a16:creationId xmlns:a16="http://schemas.microsoft.com/office/drawing/2014/main" id="{26DB5812-2794-4553-8014-50FAB3873482}"/>
              </a:ext>
            </a:extLst>
          </p:cNvPr>
          <p:cNvSpPr>
            <a:spLocks noChangeArrowheads="1"/>
          </p:cNvSpPr>
          <p:nvPr/>
        </p:nvSpPr>
        <p:spPr bwMode="auto">
          <a:xfrm>
            <a:off x="5410200" y="2139852"/>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a:t>6</a:t>
            </a:r>
          </a:p>
        </p:txBody>
      </p:sp>
      <p:sp>
        <p:nvSpPr>
          <p:cNvPr id="18" name="Rectangle 21">
            <a:extLst>
              <a:ext uri="{FF2B5EF4-FFF2-40B4-BE49-F238E27FC236}">
                <a16:creationId xmlns:a16="http://schemas.microsoft.com/office/drawing/2014/main" id="{258B73DF-CCB8-47A2-8268-7AB2C4A0D52F}"/>
              </a:ext>
            </a:extLst>
          </p:cNvPr>
          <p:cNvSpPr>
            <a:spLocks noChangeArrowheads="1"/>
          </p:cNvSpPr>
          <p:nvPr/>
        </p:nvSpPr>
        <p:spPr bwMode="auto">
          <a:xfrm>
            <a:off x="1295400" y="3206652"/>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a:t>4</a:t>
            </a:r>
          </a:p>
        </p:txBody>
      </p:sp>
      <p:sp>
        <p:nvSpPr>
          <p:cNvPr id="19" name="Rectangle 22">
            <a:extLst>
              <a:ext uri="{FF2B5EF4-FFF2-40B4-BE49-F238E27FC236}">
                <a16:creationId xmlns:a16="http://schemas.microsoft.com/office/drawing/2014/main" id="{93F02454-E594-4DA2-B248-426BE931044B}"/>
              </a:ext>
            </a:extLst>
          </p:cNvPr>
          <p:cNvSpPr>
            <a:spLocks noChangeArrowheads="1"/>
          </p:cNvSpPr>
          <p:nvPr/>
        </p:nvSpPr>
        <p:spPr bwMode="auto">
          <a:xfrm>
            <a:off x="1981200" y="3206652"/>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0" name="Rectangle 23">
            <a:extLst>
              <a:ext uri="{FF2B5EF4-FFF2-40B4-BE49-F238E27FC236}">
                <a16:creationId xmlns:a16="http://schemas.microsoft.com/office/drawing/2014/main" id="{CDBE7E91-471B-48CA-A2F9-B8124BCA17C8}"/>
              </a:ext>
            </a:extLst>
          </p:cNvPr>
          <p:cNvSpPr>
            <a:spLocks noChangeArrowheads="1"/>
          </p:cNvSpPr>
          <p:nvPr/>
        </p:nvSpPr>
        <p:spPr bwMode="auto">
          <a:xfrm>
            <a:off x="2667000" y="3206652"/>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a:t>7</a:t>
            </a:r>
          </a:p>
        </p:txBody>
      </p:sp>
      <p:sp>
        <p:nvSpPr>
          <p:cNvPr id="21" name="Rectangle 24">
            <a:extLst>
              <a:ext uri="{FF2B5EF4-FFF2-40B4-BE49-F238E27FC236}">
                <a16:creationId xmlns:a16="http://schemas.microsoft.com/office/drawing/2014/main" id="{E7741E37-4E70-4B7B-95C0-D4B526DDF738}"/>
              </a:ext>
            </a:extLst>
          </p:cNvPr>
          <p:cNvSpPr>
            <a:spLocks noChangeArrowheads="1"/>
          </p:cNvSpPr>
          <p:nvPr/>
        </p:nvSpPr>
        <p:spPr bwMode="auto">
          <a:xfrm>
            <a:off x="3352800" y="3206652"/>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2" name="Rectangle 25">
            <a:extLst>
              <a:ext uri="{FF2B5EF4-FFF2-40B4-BE49-F238E27FC236}">
                <a16:creationId xmlns:a16="http://schemas.microsoft.com/office/drawing/2014/main" id="{F8C10F31-1E1C-49B6-86D4-7D7A8130D3A9}"/>
              </a:ext>
            </a:extLst>
          </p:cNvPr>
          <p:cNvSpPr>
            <a:spLocks noChangeArrowheads="1"/>
          </p:cNvSpPr>
          <p:nvPr/>
        </p:nvSpPr>
        <p:spPr bwMode="auto">
          <a:xfrm>
            <a:off x="4038600" y="3206652"/>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a:t>5</a:t>
            </a:r>
          </a:p>
        </p:txBody>
      </p:sp>
      <p:sp>
        <p:nvSpPr>
          <p:cNvPr id="23" name="Rectangle 26">
            <a:extLst>
              <a:ext uri="{FF2B5EF4-FFF2-40B4-BE49-F238E27FC236}">
                <a16:creationId xmlns:a16="http://schemas.microsoft.com/office/drawing/2014/main" id="{A0595823-B53C-4829-80B1-0D79A6A5C37C}"/>
              </a:ext>
            </a:extLst>
          </p:cNvPr>
          <p:cNvSpPr>
            <a:spLocks noChangeArrowheads="1"/>
          </p:cNvSpPr>
          <p:nvPr/>
        </p:nvSpPr>
        <p:spPr bwMode="auto">
          <a:xfrm>
            <a:off x="4724400" y="3206652"/>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4" name="Rectangle 28">
            <a:extLst>
              <a:ext uri="{FF2B5EF4-FFF2-40B4-BE49-F238E27FC236}">
                <a16:creationId xmlns:a16="http://schemas.microsoft.com/office/drawing/2014/main" id="{5B6C3F1F-023C-4AE9-88D8-1B1EE308F239}"/>
              </a:ext>
            </a:extLst>
          </p:cNvPr>
          <p:cNvSpPr>
            <a:spLocks noChangeArrowheads="1"/>
          </p:cNvSpPr>
          <p:nvPr/>
        </p:nvSpPr>
        <p:spPr bwMode="auto">
          <a:xfrm>
            <a:off x="5410200" y="3206652"/>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a:t>9</a:t>
            </a:r>
          </a:p>
        </p:txBody>
      </p:sp>
      <p:sp>
        <p:nvSpPr>
          <p:cNvPr id="25" name="Rectangle 33">
            <a:extLst>
              <a:ext uri="{FF2B5EF4-FFF2-40B4-BE49-F238E27FC236}">
                <a16:creationId xmlns:a16="http://schemas.microsoft.com/office/drawing/2014/main" id="{DB7345A6-7C84-4A88-A408-EB411FE72880}"/>
              </a:ext>
            </a:extLst>
          </p:cNvPr>
          <p:cNvSpPr>
            <a:spLocks noChangeArrowheads="1"/>
          </p:cNvSpPr>
          <p:nvPr/>
        </p:nvSpPr>
        <p:spPr bwMode="auto">
          <a:xfrm>
            <a:off x="1295400" y="4349652"/>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a:t>11</a:t>
            </a:r>
          </a:p>
        </p:txBody>
      </p:sp>
      <p:sp>
        <p:nvSpPr>
          <p:cNvPr id="26" name="Rectangle 34">
            <a:extLst>
              <a:ext uri="{FF2B5EF4-FFF2-40B4-BE49-F238E27FC236}">
                <a16:creationId xmlns:a16="http://schemas.microsoft.com/office/drawing/2014/main" id="{4F184272-21FB-4AFC-A42D-CF5F70AA283D}"/>
              </a:ext>
            </a:extLst>
          </p:cNvPr>
          <p:cNvSpPr>
            <a:spLocks noChangeArrowheads="1"/>
          </p:cNvSpPr>
          <p:nvPr/>
        </p:nvSpPr>
        <p:spPr bwMode="auto">
          <a:xfrm>
            <a:off x="1981200" y="4349652"/>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7" name="Rectangle 35">
            <a:extLst>
              <a:ext uri="{FF2B5EF4-FFF2-40B4-BE49-F238E27FC236}">
                <a16:creationId xmlns:a16="http://schemas.microsoft.com/office/drawing/2014/main" id="{912AB285-F4E8-41B4-B7D5-1AE0B6E2A7BD}"/>
              </a:ext>
            </a:extLst>
          </p:cNvPr>
          <p:cNvSpPr>
            <a:spLocks noChangeArrowheads="1"/>
          </p:cNvSpPr>
          <p:nvPr/>
        </p:nvSpPr>
        <p:spPr bwMode="auto">
          <a:xfrm>
            <a:off x="2667000" y="4349652"/>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8" name="Rectangle 36">
            <a:extLst>
              <a:ext uri="{FF2B5EF4-FFF2-40B4-BE49-F238E27FC236}">
                <a16:creationId xmlns:a16="http://schemas.microsoft.com/office/drawing/2014/main" id="{1CBC4EEC-793A-4CB1-B3BE-A9FC89363A6C}"/>
              </a:ext>
            </a:extLst>
          </p:cNvPr>
          <p:cNvSpPr>
            <a:spLocks noChangeArrowheads="1"/>
          </p:cNvSpPr>
          <p:nvPr/>
        </p:nvSpPr>
        <p:spPr bwMode="auto">
          <a:xfrm>
            <a:off x="3352800" y="4349652"/>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9" name="Rectangle 37">
            <a:extLst>
              <a:ext uri="{FF2B5EF4-FFF2-40B4-BE49-F238E27FC236}">
                <a16:creationId xmlns:a16="http://schemas.microsoft.com/office/drawing/2014/main" id="{79D2B4F1-543E-4FF6-8ADD-EA3CE17D01B5}"/>
              </a:ext>
            </a:extLst>
          </p:cNvPr>
          <p:cNvSpPr>
            <a:spLocks noChangeArrowheads="1"/>
          </p:cNvSpPr>
          <p:nvPr/>
        </p:nvSpPr>
        <p:spPr bwMode="auto">
          <a:xfrm>
            <a:off x="4038600" y="4349652"/>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a:t>14</a:t>
            </a:r>
          </a:p>
        </p:txBody>
      </p:sp>
      <p:sp>
        <p:nvSpPr>
          <p:cNvPr id="30" name="Rectangle 38">
            <a:extLst>
              <a:ext uri="{FF2B5EF4-FFF2-40B4-BE49-F238E27FC236}">
                <a16:creationId xmlns:a16="http://schemas.microsoft.com/office/drawing/2014/main" id="{644CE8D2-F00A-4529-BEAA-BA29D1555C02}"/>
              </a:ext>
            </a:extLst>
          </p:cNvPr>
          <p:cNvSpPr>
            <a:spLocks noChangeArrowheads="1"/>
          </p:cNvSpPr>
          <p:nvPr/>
        </p:nvSpPr>
        <p:spPr bwMode="auto">
          <a:xfrm>
            <a:off x="4724400" y="4349652"/>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1" name="Rectangle 40">
            <a:extLst>
              <a:ext uri="{FF2B5EF4-FFF2-40B4-BE49-F238E27FC236}">
                <a16:creationId xmlns:a16="http://schemas.microsoft.com/office/drawing/2014/main" id="{CFFA03FE-8F97-4EE6-A036-9A4C4F753E7C}"/>
              </a:ext>
            </a:extLst>
          </p:cNvPr>
          <p:cNvSpPr>
            <a:spLocks noChangeArrowheads="1"/>
          </p:cNvSpPr>
          <p:nvPr/>
        </p:nvSpPr>
        <p:spPr bwMode="auto">
          <a:xfrm>
            <a:off x="5410200" y="4349652"/>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 name="Rectangle 45">
            <a:extLst>
              <a:ext uri="{FF2B5EF4-FFF2-40B4-BE49-F238E27FC236}">
                <a16:creationId xmlns:a16="http://schemas.microsoft.com/office/drawing/2014/main" id="{6D0DE011-71F9-4CAB-A97F-7C687799C06A}"/>
              </a:ext>
            </a:extLst>
          </p:cNvPr>
          <p:cNvSpPr>
            <a:spLocks noChangeArrowheads="1"/>
          </p:cNvSpPr>
          <p:nvPr/>
        </p:nvSpPr>
        <p:spPr bwMode="auto">
          <a:xfrm>
            <a:off x="1295400" y="5492652"/>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a:t>25</a:t>
            </a:r>
          </a:p>
        </p:txBody>
      </p:sp>
      <p:sp>
        <p:nvSpPr>
          <p:cNvPr id="33" name="Rectangle 46">
            <a:extLst>
              <a:ext uri="{FF2B5EF4-FFF2-40B4-BE49-F238E27FC236}">
                <a16:creationId xmlns:a16="http://schemas.microsoft.com/office/drawing/2014/main" id="{1B81B81F-8F3A-4491-96AE-E356E7C2C8A9}"/>
              </a:ext>
            </a:extLst>
          </p:cNvPr>
          <p:cNvSpPr>
            <a:spLocks noChangeArrowheads="1"/>
          </p:cNvSpPr>
          <p:nvPr/>
        </p:nvSpPr>
        <p:spPr bwMode="auto">
          <a:xfrm>
            <a:off x="1981200" y="5492652"/>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4" name="Rectangle 47">
            <a:extLst>
              <a:ext uri="{FF2B5EF4-FFF2-40B4-BE49-F238E27FC236}">
                <a16:creationId xmlns:a16="http://schemas.microsoft.com/office/drawing/2014/main" id="{FB262531-F66B-4582-BB0D-C13181491AF3}"/>
              </a:ext>
            </a:extLst>
          </p:cNvPr>
          <p:cNvSpPr>
            <a:spLocks noChangeArrowheads="1"/>
          </p:cNvSpPr>
          <p:nvPr/>
        </p:nvSpPr>
        <p:spPr bwMode="auto">
          <a:xfrm>
            <a:off x="2667000" y="5492652"/>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5" name="Rectangle 48">
            <a:extLst>
              <a:ext uri="{FF2B5EF4-FFF2-40B4-BE49-F238E27FC236}">
                <a16:creationId xmlns:a16="http://schemas.microsoft.com/office/drawing/2014/main" id="{C674F057-85F1-428B-BBCC-3737FCCF071F}"/>
              </a:ext>
            </a:extLst>
          </p:cNvPr>
          <p:cNvSpPr>
            <a:spLocks noChangeArrowheads="1"/>
          </p:cNvSpPr>
          <p:nvPr/>
        </p:nvSpPr>
        <p:spPr bwMode="auto">
          <a:xfrm>
            <a:off x="3352800" y="5492652"/>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6" name="Rectangle 49">
            <a:extLst>
              <a:ext uri="{FF2B5EF4-FFF2-40B4-BE49-F238E27FC236}">
                <a16:creationId xmlns:a16="http://schemas.microsoft.com/office/drawing/2014/main" id="{34D795B9-156B-48B4-B830-D6746D055E6C}"/>
              </a:ext>
            </a:extLst>
          </p:cNvPr>
          <p:cNvSpPr>
            <a:spLocks noChangeArrowheads="1"/>
          </p:cNvSpPr>
          <p:nvPr/>
        </p:nvSpPr>
        <p:spPr bwMode="auto">
          <a:xfrm>
            <a:off x="4038600" y="5492652"/>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7" name="Rectangle 50">
            <a:extLst>
              <a:ext uri="{FF2B5EF4-FFF2-40B4-BE49-F238E27FC236}">
                <a16:creationId xmlns:a16="http://schemas.microsoft.com/office/drawing/2014/main" id="{C7A13B0A-248C-45CD-B4BB-97CCCB927A88}"/>
              </a:ext>
            </a:extLst>
          </p:cNvPr>
          <p:cNvSpPr>
            <a:spLocks noChangeArrowheads="1"/>
          </p:cNvSpPr>
          <p:nvPr/>
        </p:nvSpPr>
        <p:spPr bwMode="auto">
          <a:xfrm>
            <a:off x="4724400" y="5492652"/>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8" name="Rectangle 52">
            <a:extLst>
              <a:ext uri="{FF2B5EF4-FFF2-40B4-BE49-F238E27FC236}">
                <a16:creationId xmlns:a16="http://schemas.microsoft.com/office/drawing/2014/main" id="{08BF86D5-2E37-40F7-B97F-ED18E251FB4F}"/>
              </a:ext>
            </a:extLst>
          </p:cNvPr>
          <p:cNvSpPr>
            <a:spLocks noChangeArrowheads="1"/>
          </p:cNvSpPr>
          <p:nvPr/>
        </p:nvSpPr>
        <p:spPr bwMode="auto">
          <a:xfrm>
            <a:off x="5410200" y="5492652"/>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9" name="Line 57">
            <a:extLst>
              <a:ext uri="{FF2B5EF4-FFF2-40B4-BE49-F238E27FC236}">
                <a16:creationId xmlns:a16="http://schemas.microsoft.com/office/drawing/2014/main" id="{0423BC9A-DA8A-4DE0-8D38-B542E2F32E14}"/>
              </a:ext>
            </a:extLst>
          </p:cNvPr>
          <p:cNvSpPr>
            <a:spLocks noChangeShapeType="1"/>
          </p:cNvSpPr>
          <p:nvPr/>
        </p:nvSpPr>
        <p:spPr bwMode="auto">
          <a:xfrm>
            <a:off x="1600200" y="2597052"/>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0" name="Line 58">
            <a:extLst>
              <a:ext uri="{FF2B5EF4-FFF2-40B4-BE49-F238E27FC236}">
                <a16:creationId xmlns:a16="http://schemas.microsoft.com/office/drawing/2014/main" id="{560C4A26-8029-4019-91BA-105DC441F0CD}"/>
              </a:ext>
            </a:extLst>
          </p:cNvPr>
          <p:cNvSpPr>
            <a:spLocks noChangeShapeType="1"/>
          </p:cNvSpPr>
          <p:nvPr/>
        </p:nvSpPr>
        <p:spPr bwMode="auto">
          <a:xfrm flipH="1">
            <a:off x="1752600" y="2597052"/>
            <a:ext cx="5334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1" name="Line 59">
            <a:extLst>
              <a:ext uri="{FF2B5EF4-FFF2-40B4-BE49-F238E27FC236}">
                <a16:creationId xmlns:a16="http://schemas.microsoft.com/office/drawing/2014/main" id="{E7487388-0E97-45DF-8BAE-475A3D9F7CA5}"/>
              </a:ext>
            </a:extLst>
          </p:cNvPr>
          <p:cNvSpPr>
            <a:spLocks noChangeShapeType="1"/>
          </p:cNvSpPr>
          <p:nvPr/>
        </p:nvSpPr>
        <p:spPr bwMode="auto">
          <a:xfrm>
            <a:off x="3048000" y="2597052"/>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 name="Line 60">
            <a:extLst>
              <a:ext uri="{FF2B5EF4-FFF2-40B4-BE49-F238E27FC236}">
                <a16:creationId xmlns:a16="http://schemas.microsoft.com/office/drawing/2014/main" id="{119D5F0F-9EA2-4CEF-8271-82328F8D60D8}"/>
              </a:ext>
            </a:extLst>
          </p:cNvPr>
          <p:cNvSpPr>
            <a:spLocks noChangeShapeType="1"/>
          </p:cNvSpPr>
          <p:nvPr/>
        </p:nvSpPr>
        <p:spPr bwMode="auto">
          <a:xfrm flipH="1">
            <a:off x="3200400" y="2597052"/>
            <a:ext cx="5334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3" name="Line 61">
            <a:extLst>
              <a:ext uri="{FF2B5EF4-FFF2-40B4-BE49-F238E27FC236}">
                <a16:creationId xmlns:a16="http://schemas.microsoft.com/office/drawing/2014/main" id="{56C72330-3440-46FE-B4FF-FC64DDCF287E}"/>
              </a:ext>
            </a:extLst>
          </p:cNvPr>
          <p:cNvSpPr>
            <a:spLocks noChangeShapeType="1"/>
          </p:cNvSpPr>
          <p:nvPr/>
        </p:nvSpPr>
        <p:spPr bwMode="auto">
          <a:xfrm>
            <a:off x="4343400" y="2597052"/>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4" name="Line 62">
            <a:extLst>
              <a:ext uri="{FF2B5EF4-FFF2-40B4-BE49-F238E27FC236}">
                <a16:creationId xmlns:a16="http://schemas.microsoft.com/office/drawing/2014/main" id="{733D233B-C34E-49EA-B997-EEF75FDC6791}"/>
              </a:ext>
            </a:extLst>
          </p:cNvPr>
          <p:cNvSpPr>
            <a:spLocks noChangeShapeType="1"/>
          </p:cNvSpPr>
          <p:nvPr/>
        </p:nvSpPr>
        <p:spPr bwMode="auto">
          <a:xfrm flipH="1">
            <a:off x="4495800" y="2597052"/>
            <a:ext cx="5334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5" name="Line 63">
            <a:extLst>
              <a:ext uri="{FF2B5EF4-FFF2-40B4-BE49-F238E27FC236}">
                <a16:creationId xmlns:a16="http://schemas.microsoft.com/office/drawing/2014/main" id="{147B4787-D837-42F7-8E6D-2E0DD5754140}"/>
              </a:ext>
            </a:extLst>
          </p:cNvPr>
          <p:cNvSpPr>
            <a:spLocks noChangeShapeType="1"/>
          </p:cNvSpPr>
          <p:nvPr/>
        </p:nvSpPr>
        <p:spPr bwMode="auto">
          <a:xfrm>
            <a:off x="5791200" y="2597052"/>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6" name="Line 69">
            <a:extLst>
              <a:ext uri="{FF2B5EF4-FFF2-40B4-BE49-F238E27FC236}">
                <a16:creationId xmlns:a16="http://schemas.microsoft.com/office/drawing/2014/main" id="{FD0B1526-82DC-48BC-9809-226356968CDC}"/>
              </a:ext>
            </a:extLst>
          </p:cNvPr>
          <p:cNvSpPr>
            <a:spLocks noChangeShapeType="1"/>
          </p:cNvSpPr>
          <p:nvPr/>
        </p:nvSpPr>
        <p:spPr bwMode="auto">
          <a:xfrm>
            <a:off x="1600200" y="3663852"/>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 name="Line 70">
            <a:extLst>
              <a:ext uri="{FF2B5EF4-FFF2-40B4-BE49-F238E27FC236}">
                <a16:creationId xmlns:a16="http://schemas.microsoft.com/office/drawing/2014/main" id="{0B3D959E-2FBB-4B36-AEB3-BAEFE3CB4D32}"/>
              </a:ext>
            </a:extLst>
          </p:cNvPr>
          <p:cNvSpPr>
            <a:spLocks noChangeShapeType="1"/>
          </p:cNvSpPr>
          <p:nvPr/>
        </p:nvSpPr>
        <p:spPr bwMode="auto">
          <a:xfrm flipH="1">
            <a:off x="1752600" y="3663852"/>
            <a:ext cx="13716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8" name="Line 71">
            <a:extLst>
              <a:ext uri="{FF2B5EF4-FFF2-40B4-BE49-F238E27FC236}">
                <a16:creationId xmlns:a16="http://schemas.microsoft.com/office/drawing/2014/main" id="{66BB11FE-38D7-4484-906C-0F1AAA938355}"/>
              </a:ext>
            </a:extLst>
          </p:cNvPr>
          <p:cNvSpPr>
            <a:spLocks noChangeShapeType="1"/>
          </p:cNvSpPr>
          <p:nvPr/>
        </p:nvSpPr>
        <p:spPr bwMode="auto">
          <a:xfrm>
            <a:off x="4343400" y="3663852"/>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 name="Line 72">
            <a:extLst>
              <a:ext uri="{FF2B5EF4-FFF2-40B4-BE49-F238E27FC236}">
                <a16:creationId xmlns:a16="http://schemas.microsoft.com/office/drawing/2014/main" id="{4825DEE5-0D9C-485D-88CB-57CAA2C474F3}"/>
              </a:ext>
            </a:extLst>
          </p:cNvPr>
          <p:cNvSpPr>
            <a:spLocks noChangeShapeType="1"/>
          </p:cNvSpPr>
          <p:nvPr/>
        </p:nvSpPr>
        <p:spPr bwMode="auto">
          <a:xfrm flipH="1">
            <a:off x="4495800" y="3663852"/>
            <a:ext cx="13716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0" name="Line 75">
            <a:extLst>
              <a:ext uri="{FF2B5EF4-FFF2-40B4-BE49-F238E27FC236}">
                <a16:creationId xmlns:a16="http://schemas.microsoft.com/office/drawing/2014/main" id="{95E6F6D6-45C0-4276-AE1D-E03B7994CC66}"/>
              </a:ext>
            </a:extLst>
          </p:cNvPr>
          <p:cNvSpPr>
            <a:spLocks noChangeShapeType="1"/>
          </p:cNvSpPr>
          <p:nvPr/>
        </p:nvSpPr>
        <p:spPr bwMode="auto">
          <a:xfrm>
            <a:off x="1600200" y="4806852"/>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1" name="Line 76">
            <a:extLst>
              <a:ext uri="{FF2B5EF4-FFF2-40B4-BE49-F238E27FC236}">
                <a16:creationId xmlns:a16="http://schemas.microsoft.com/office/drawing/2014/main" id="{9F5D6090-90EB-4803-9294-B1BF660784F3}"/>
              </a:ext>
            </a:extLst>
          </p:cNvPr>
          <p:cNvSpPr>
            <a:spLocks noChangeShapeType="1"/>
          </p:cNvSpPr>
          <p:nvPr/>
        </p:nvSpPr>
        <p:spPr bwMode="auto">
          <a:xfrm flipH="1">
            <a:off x="1752600" y="4806852"/>
            <a:ext cx="27432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2" name="Text Box 77">
            <a:extLst>
              <a:ext uri="{FF2B5EF4-FFF2-40B4-BE49-F238E27FC236}">
                <a16:creationId xmlns:a16="http://schemas.microsoft.com/office/drawing/2014/main" id="{D7BD0C5B-E484-445A-8640-FEEE5FD92FDA}"/>
              </a:ext>
            </a:extLst>
          </p:cNvPr>
          <p:cNvSpPr txBox="1">
            <a:spLocks noChangeArrowheads="1"/>
          </p:cNvSpPr>
          <p:nvPr/>
        </p:nvSpPr>
        <p:spPr bwMode="auto">
          <a:xfrm>
            <a:off x="990600" y="3206652"/>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Palatino" pitchFamily="18" charset="0"/>
                <a:cs typeface="Arial" charset="0"/>
              </a:defRPr>
            </a:lvl1pPr>
            <a:lvl2pPr marL="742950" indent="-285750" eaLnBrk="0" hangingPunct="0">
              <a:defRPr sz="2400">
                <a:solidFill>
                  <a:schemeClr val="tx1"/>
                </a:solidFill>
                <a:latin typeface="Palatino" pitchFamily="18" charset="0"/>
                <a:cs typeface="Arial" charset="0"/>
              </a:defRPr>
            </a:lvl2pPr>
            <a:lvl3pPr marL="1143000" indent="-228600" eaLnBrk="0" hangingPunct="0">
              <a:defRPr sz="2400">
                <a:solidFill>
                  <a:schemeClr val="tx1"/>
                </a:solidFill>
                <a:latin typeface="Palatino" pitchFamily="18" charset="0"/>
                <a:cs typeface="Arial" charset="0"/>
              </a:defRPr>
            </a:lvl3pPr>
            <a:lvl4pPr marL="1600200" indent="-228600" eaLnBrk="0" hangingPunct="0">
              <a:defRPr sz="2400">
                <a:solidFill>
                  <a:schemeClr val="tx1"/>
                </a:solidFill>
                <a:latin typeface="Palatino" pitchFamily="18" charset="0"/>
                <a:cs typeface="Arial" charset="0"/>
              </a:defRPr>
            </a:lvl4pPr>
            <a:lvl5pPr marL="2057400" indent="-228600" eaLnBrk="0" hangingPunct="0">
              <a:defRPr sz="2400">
                <a:solidFill>
                  <a:schemeClr val="tx1"/>
                </a:solidFill>
                <a:latin typeface="Palatino" pitchFamily="18" charset="0"/>
                <a:cs typeface="Arial" charset="0"/>
              </a:defRPr>
            </a:lvl5pPr>
            <a:lvl6pPr marL="2514600" indent="-228600" eaLnBrk="0" fontAlgn="base" hangingPunct="0">
              <a:spcBef>
                <a:spcPct val="0"/>
              </a:spcBef>
              <a:spcAft>
                <a:spcPct val="0"/>
              </a:spcAft>
              <a:defRPr sz="2400">
                <a:solidFill>
                  <a:schemeClr val="tx1"/>
                </a:solidFill>
                <a:latin typeface="Palatino" pitchFamily="18" charset="0"/>
                <a:cs typeface="Arial" charset="0"/>
              </a:defRPr>
            </a:lvl6pPr>
            <a:lvl7pPr marL="2971800" indent="-228600" eaLnBrk="0" fontAlgn="base" hangingPunct="0">
              <a:spcBef>
                <a:spcPct val="0"/>
              </a:spcBef>
              <a:spcAft>
                <a:spcPct val="0"/>
              </a:spcAft>
              <a:defRPr sz="2400">
                <a:solidFill>
                  <a:schemeClr val="tx1"/>
                </a:solidFill>
                <a:latin typeface="Palatino" pitchFamily="18" charset="0"/>
                <a:cs typeface="Arial" charset="0"/>
              </a:defRPr>
            </a:lvl7pPr>
            <a:lvl8pPr marL="3429000" indent="-228600" eaLnBrk="0" fontAlgn="base" hangingPunct="0">
              <a:spcBef>
                <a:spcPct val="0"/>
              </a:spcBef>
              <a:spcAft>
                <a:spcPct val="0"/>
              </a:spcAft>
              <a:defRPr sz="2400">
                <a:solidFill>
                  <a:schemeClr val="tx1"/>
                </a:solidFill>
                <a:latin typeface="Palatino" pitchFamily="18" charset="0"/>
                <a:cs typeface="Arial" charset="0"/>
              </a:defRPr>
            </a:lvl8pPr>
            <a:lvl9pPr marL="3886200" indent="-228600" eaLnBrk="0" fontAlgn="base" hangingPunct="0">
              <a:spcBef>
                <a:spcPct val="0"/>
              </a:spcBef>
              <a:spcAft>
                <a:spcPct val="0"/>
              </a:spcAft>
              <a:defRPr sz="2400">
                <a:solidFill>
                  <a:schemeClr val="tx1"/>
                </a:solidFill>
                <a:latin typeface="Palatino" pitchFamily="18" charset="0"/>
                <a:cs typeface="Arial" charset="0"/>
              </a:defRPr>
            </a:lvl9pPr>
          </a:lstStyle>
          <a:p>
            <a:pPr eaLnBrk="1" hangingPunct="1"/>
            <a:r>
              <a:rPr lang="en-US"/>
              <a:t>1</a:t>
            </a:r>
          </a:p>
        </p:txBody>
      </p:sp>
      <p:sp>
        <p:nvSpPr>
          <p:cNvPr id="53" name="Text Box 78">
            <a:extLst>
              <a:ext uri="{FF2B5EF4-FFF2-40B4-BE49-F238E27FC236}">
                <a16:creationId xmlns:a16="http://schemas.microsoft.com/office/drawing/2014/main" id="{4E727744-D719-4AE1-A7F2-9E0B6A8CBD2C}"/>
              </a:ext>
            </a:extLst>
          </p:cNvPr>
          <p:cNvSpPr txBox="1">
            <a:spLocks noChangeArrowheads="1"/>
          </p:cNvSpPr>
          <p:nvPr/>
        </p:nvSpPr>
        <p:spPr bwMode="auto">
          <a:xfrm>
            <a:off x="990600" y="4349652"/>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Palatino" pitchFamily="18" charset="0"/>
                <a:cs typeface="Arial" charset="0"/>
              </a:defRPr>
            </a:lvl1pPr>
            <a:lvl2pPr marL="742950" indent="-285750" eaLnBrk="0" hangingPunct="0">
              <a:defRPr sz="2400">
                <a:solidFill>
                  <a:schemeClr val="tx1"/>
                </a:solidFill>
                <a:latin typeface="Palatino" pitchFamily="18" charset="0"/>
                <a:cs typeface="Arial" charset="0"/>
              </a:defRPr>
            </a:lvl2pPr>
            <a:lvl3pPr marL="1143000" indent="-228600" eaLnBrk="0" hangingPunct="0">
              <a:defRPr sz="2400">
                <a:solidFill>
                  <a:schemeClr val="tx1"/>
                </a:solidFill>
                <a:latin typeface="Palatino" pitchFamily="18" charset="0"/>
                <a:cs typeface="Arial" charset="0"/>
              </a:defRPr>
            </a:lvl3pPr>
            <a:lvl4pPr marL="1600200" indent="-228600" eaLnBrk="0" hangingPunct="0">
              <a:defRPr sz="2400">
                <a:solidFill>
                  <a:schemeClr val="tx1"/>
                </a:solidFill>
                <a:latin typeface="Palatino" pitchFamily="18" charset="0"/>
                <a:cs typeface="Arial" charset="0"/>
              </a:defRPr>
            </a:lvl4pPr>
            <a:lvl5pPr marL="2057400" indent="-228600" eaLnBrk="0" hangingPunct="0">
              <a:defRPr sz="2400">
                <a:solidFill>
                  <a:schemeClr val="tx1"/>
                </a:solidFill>
                <a:latin typeface="Palatino" pitchFamily="18" charset="0"/>
                <a:cs typeface="Arial" charset="0"/>
              </a:defRPr>
            </a:lvl5pPr>
            <a:lvl6pPr marL="2514600" indent="-228600" eaLnBrk="0" fontAlgn="base" hangingPunct="0">
              <a:spcBef>
                <a:spcPct val="0"/>
              </a:spcBef>
              <a:spcAft>
                <a:spcPct val="0"/>
              </a:spcAft>
              <a:defRPr sz="2400">
                <a:solidFill>
                  <a:schemeClr val="tx1"/>
                </a:solidFill>
                <a:latin typeface="Palatino" pitchFamily="18" charset="0"/>
                <a:cs typeface="Arial" charset="0"/>
              </a:defRPr>
            </a:lvl6pPr>
            <a:lvl7pPr marL="2971800" indent="-228600" eaLnBrk="0" fontAlgn="base" hangingPunct="0">
              <a:spcBef>
                <a:spcPct val="0"/>
              </a:spcBef>
              <a:spcAft>
                <a:spcPct val="0"/>
              </a:spcAft>
              <a:defRPr sz="2400">
                <a:solidFill>
                  <a:schemeClr val="tx1"/>
                </a:solidFill>
                <a:latin typeface="Palatino" pitchFamily="18" charset="0"/>
                <a:cs typeface="Arial" charset="0"/>
              </a:defRPr>
            </a:lvl7pPr>
            <a:lvl8pPr marL="3429000" indent="-228600" eaLnBrk="0" fontAlgn="base" hangingPunct="0">
              <a:spcBef>
                <a:spcPct val="0"/>
              </a:spcBef>
              <a:spcAft>
                <a:spcPct val="0"/>
              </a:spcAft>
              <a:defRPr sz="2400">
                <a:solidFill>
                  <a:schemeClr val="tx1"/>
                </a:solidFill>
                <a:latin typeface="Palatino" pitchFamily="18" charset="0"/>
                <a:cs typeface="Arial" charset="0"/>
              </a:defRPr>
            </a:lvl8pPr>
            <a:lvl9pPr marL="3886200" indent="-228600" eaLnBrk="0" fontAlgn="base" hangingPunct="0">
              <a:spcBef>
                <a:spcPct val="0"/>
              </a:spcBef>
              <a:spcAft>
                <a:spcPct val="0"/>
              </a:spcAft>
              <a:defRPr sz="2400">
                <a:solidFill>
                  <a:schemeClr val="tx1"/>
                </a:solidFill>
                <a:latin typeface="Palatino" pitchFamily="18" charset="0"/>
                <a:cs typeface="Arial" charset="0"/>
              </a:defRPr>
            </a:lvl9pPr>
          </a:lstStyle>
          <a:p>
            <a:pPr eaLnBrk="1" hangingPunct="1"/>
            <a:r>
              <a:rPr lang="en-US"/>
              <a:t>2</a:t>
            </a:r>
          </a:p>
        </p:txBody>
      </p:sp>
      <p:sp>
        <p:nvSpPr>
          <p:cNvPr id="54" name="Text Box 79">
            <a:extLst>
              <a:ext uri="{FF2B5EF4-FFF2-40B4-BE49-F238E27FC236}">
                <a16:creationId xmlns:a16="http://schemas.microsoft.com/office/drawing/2014/main" id="{7CEEBA0F-BD4B-4C93-9C85-F47C522A7316}"/>
              </a:ext>
            </a:extLst>
          </p:cNvPr>
          <p:cNvSpPr txBox="1">
            <a:spLocks noChangeArrowheads="1"/>
          </p:cNvSpPr>
          <p:nvPr/>
        </p:nvSpPr>
        <p:spPr bwMode="auto">
          <a:xfrm>
            <a:off x="990600" y="5492652"/>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Palatino" pitchFamily="18" charset="0"/>
                <a:cs typeface="Arial" charset="0"/>
              </a:defRPr>
            </a:lvl1pPr>
            <a:lvl2pPr marL="742950" indent="-285750" eaLnBrk="0" hangingPunct="0">
              <a:defRPr sz="2400">
                <a:solidFill>
                  <a:schemeClr val="tx1"/>
                </a:solidFill>
                <a:latin typeface="Palatino" pitchFamily="18" charset="0"/>
                <a:cs typeface="Arial" charset="0"/>
              </a:defRPr>
            </a:lvl2pPr>
            <a:lvl3pPr marL="1143000" indent="-228600" eaLnBrk="0" hangingPunct="0">
              <a:defRPr sz="2400">
                <a:solidFill>
                  <a:schemeClr val="tx1"/>
                </a:solidFill>
                <a:latin typeface="Palatino" pitchFamily="18" charset="0"/>
                <a:cs typeface="Arial" charset="0"/>
              </a:defRPr>
            </a:lvl3pPr>
            <a:lvl4pPr marL="1600200" indent="-228600" eaLnBrk="0" hangingPunct="0">
              <a:defRPr sz="2400">
                <a:solidFill>
                  <a:schemeClr val="tx1"/>
                </a:solidFill>
                <a:latin typeface="Palatino" pitchFamily="18" charset="0"/>
                <a:cs typeface="Arial" charset="0"/>
              </a:defRPr>
            </a:lvl4pPr>
            <a:lvl5pPr marL="2057400" indent="-228600" eaLnBrk="0" hangingPunct="0">
              <a:defRPr sz="2400">
                <a:solidFill>
                  <a:schemeClr val="tx1"/>
                </a:solidFill>
                <a:latin typeface="Palatino" pitchFamily="18" charset="0"/>
                <a:cs typeface="Arial" charset="0"/>
              </a:defRPr>
            </a:lvl5pPr>
            <a:lvl6pPr marL="2514600" indent="-228600" eaLnBrk="0" fontAlgn="base" hangingPunct="0">
              <a:spcBef>
                <a:spcPct val="0"/>
              </a:spcBef>
              <a:spcAft>
                <a:spcPct val="0"/>
              </a:spcAft>
              <a:defRPr sz="2400">
                <a:solidFill>
                  <a:schemeClr val="tx1"/>
                </a:solidFill>
                <a:latin typeface="Palatino" pitchFamily="18" charset="0"/>
                <a:cs typeface="Arial" charset="0"/>
              </a:defRPr>
            </a:lvl6pPr>
            <a:lvl7pPr marL="2971800" indent="-228600" eaLnBrk="0" fontAlgn="base" hangingPunct="0">
              <a:spcBef>
                <a:spcPct val="0"/>
              </a:spcBef>
              <a:spcAft>
                <a:spcPct val="0"/>
              </a:spcAft>
              <a:defRPr sz="2400">
                <a:solidFill>
                  <a:schemeClr val="tx1"/>
                </a:solidFill>
                <a:latin typeface="Palatino" pitchFamily="18" charset="0"/>
                <a:cs typeface="Arial" charset="0"/>
              </a:defRPr>
            </a:lvl7pPr>
            <a:lvl8pPr marL="3429000" indent="-228600" eaLnBrk="0" fontAlgn="base" hangingPunct="0">
              <a:spcBef>
                <a:spcPct val="0"/>
              </a:spcBef>
              <a:spcAft>
                <a:spcPct val="0"/>
              </a:spcAft>
              <a:defRPr sz="2400">
                <a:solidFill>
                  <a:schemeClr val="tx1"/>
                </a:solidFill>
                <a:latin typeface="Palatino" pitchFamily="18" charset="0"/>
                <a:cs typeface="Arial" charset="0"/>
              </a:defRPr>
            </a:lvl8pPr>
            <a:lvl9pPr marL="3886200" indent="-228600" eaLnBrk="0" fontAlgn="base" hangingPunct="0">
              <a:spcBef>
                <a:spcPct val="0"/>
              </a:spcBef>
              <a:spcAft>
                <a:spcPct val="0"/>
              </a:spcAft>
              <a:defRPr sz="2400">
                <a:solidFill>
                  <a:schemeClr val="tx1"/>
                </a:solidFill>
                <a:latin typeface="Palatino" pitchFamily="18" charset="0"/>
                <a:cs typeface="Arial" charset="0"/>
              </a:defRPr>
            </a:lvl9pPr>
          </a:lstStyle>
          <a:p>
            <a:pPr eaLnBrk="1" hangingPunct="1"/>
            <a:r>
              <a:rPr lang="en-US"/>
              <a:t>3</a:t>
            </a:r>
          </a:p>
        </p:txBody>
      </p:sp>
      <p:sp>
        <p:nvSpPr>
          <p:cNvPr id="55" name="Line 83">
            <a:extLst>
              <a:ext uri="{FF2B5EF4-FFF2-40B4-BE49-F238E27FC236}">
                <a16:creationId xmlns:a16="http://schemas.microsoft.com/office/drawing/2014/main" id="{8A0B4FD5-5B00-4BB6-AFED-5EB99F910064}"/>
              </a:ext>
            </a:extLst>
          </p:cNvPr>
          <p:cNvSpPr>
            <a:spLocks noChangeShapeType="1"/>
          </p:cNvSpPr>
          <p:nvPr/>
        </p:nvSpPr>
        <p:spPr bwMode="auto">
          <a:xfrm>
            <a:off x="1600200" y="5949852"/>
            <a:ext cx="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6" name="Text Box 87">
            <a:extLst>
              <a:ext uri="{FF2B5EF4-FFF2-40B4-BE49-F238E27FC236}">
                <a16:creationId xmlns:a16="http://schemas.microsoft.com/office/drawing/2014/main" id="{53EBB691-CB40-4235-B2C3-D2278059CABE}"/>
              </a:ext>
            </a:extLst>
          </p:cNvPr>
          <p:cNvSpPr txBox="1">
            <a:spLocks noChangeArrowheads="1"/>
          </p:cNvSpPr>
          <p:nvPr/>
        </p:nvSpPr>
        <p:spPr bwMode="auto">
          <a:xfrm>
            <a:off x="609600" y="5949852"/>
            <a:ext cx="61747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Palatino" pitchFamily="18" charset="0"/>
                <a:cs typeface="Arial" charset="0"/>
              </a:defRPr>
            </a:lvl1pPr>
            <a:lvl2pPr marL="742950" indent="-285750" eaLnBrk="0" hangingPunct="0">
              <a:defRPr sz="2400">
                <a:solidFill>
                  <a:schemeClr val="tx1"/>
                </a:solidFill>
                <a:latin typeface="Palatino" pitchFamily="18" charset="0"/>
                <a:cs typeface="Arial" charset="0"/>
              </a:defRPr>
            </a:lvl2pPr>
            <a:lvl3pPr marL="1143000" indent="-228600" eaLnBrk="0" hangingPunct="0">
              <a:defRPr sz="2400">
                <a:solidFill>
                  <a:schemeClr val="tx1"/>
                </a:solidFill>
                <a:latin typeface="Palatino" pitchFamily="18" charset="0"/>
                <a:cs typeface="Arial" charset="0"/>
              </a:defRPr>
            </a:lvl3pPr>
            <a:lvl4pPr marL="1600200" indent="-228600" eaLnBrk="0" hangingPunct="0">
              <a:defRPr sz="2400">
                <a:solidFill>
                  <a:schemeClr val="tx1"/>
                </a:solidFill>
                <a:latin typeface="Palatino" pitchFamily="18" charset="0"/>
                <a:cs typeface="Arial" charset="0"/>
              </a:defRPr>
            </a:lvl4pPr>
            <a:lvl5pPr marL="2057400" indent="-228600" eaLnBrk="0" hangingPunct="0">
              <a:defRPr sz="2400">
                <a:solidFill>
                  <a:schemeClr val="tx1"/>
                </a:solidFill>
                <a:latin typeface="Palatino" pitchFamily="18" charset="0"/>
                <a:cs typeface="Arial" charset="0"/>
              </a:defRPr>
            </a:lvl5pPr>
            <a:lvl6pPr marL="2514600" indent="-228600" eaLnBrk="0" fontAlgn="base" hangingPunct="0">
              <a:spcBef>
                <a:spcPct val="0"/>
              </a:spcBef>
              <a:spcAft>
                <a:spcPct val="0"/>
              </a:spcAft>
              <a:defRPr sz="2400">
                <a:solidFill>
                  <a:schemeClr val="tx1"/>
                </a:solidFill>
                <a:latin typeface="Palatino" pitchFamily="18" charset="0"/>
                <a:cs typeface="Arial" charset="0"/>
              </a:defRPr>
            </a:lvl6pPr>
            <a:lvl7pPr marL="2971800" indent="-228600" eaLnBrk="0" fontAlgn="base" hangingPunct="0">
              <a:spcBef>
                <a:spcPct val="0"/>
              </a:spcBef>
              <a:spcAft>
                <a:spcPct val="0"/>
              </a:spcAft>
              <a:defRPr sz="2400">
                <a:solidFill>
                  <a:schemeClr val="tx1"/>
                </a:solidFill>
                <a:latin typeface="Palatino" pitchFamily="18" charset="0"/>
                <a:cs typeface="Arial" charset="0"/>
              </a:defRPr>
            </a:lvl7pPr>
            <a:lvl8pPr marL="3429000" indent="-228600" eaLnBrk="0" fontAlgn="base" hangingPunct="0">
              <a:spcBef>
                <a:spcPct val="0"/>
              </a:spcBef>
              <a:spcAft>
                <a:spcPct val="0"/>
              </a:spcAft>
              <a:defRPr sz="2400">
                <a:solidFill>
                  <a:schemeClr val="tx1"/>
                </a:solidFill>
                <a:latin typeface="Palatino" pitchFamily="18" charset="0"/>
                <a:cs typeface="Arial" charset="0"/>
              </a:defRPr>
            </a:lvl8pPr>
            <a:lvl9pPr marL="3886200" indent="-228600" eaLnBrk="0" fontAlgn="base" hangingPunct="0">
              <a:spcBef>
                <a:spcPct val="0"/>
              </a:spcBef>
              <a:spcAft>
                <a:spcPct val="0"/>
              </a:spcAft>
              <a:defRPr sz="2400">
                <a:solidFill>
                  <a:schemeClr val="tx1"/>
                </a:solidFill>
                <a:latin typeface="Palatino" pitchFamily="18" charset="0"/>
                <a:cs typeface="Arial" charset="0"/>
              </a:defRPr>
            </a:lvl9pPr>
          </a:lstStyle>
          <a:p>
            <a:pPr eaLnBrk="1" hangingPunct="1"/>
            <a:r>
              <a:rPr lang="fa-IR" sz="1600" dirty="0">
                <a:cs typeface="B Nazanin" panose="00000400000000000000" pitchFamily="2" charset="-78"/>
              </a:rPr>
              <a:t>تکرارها</a:t>
            </a:r>
            <a:endParaRPr lang="en-US" sz="1600" dirty="0">
              <a:cs typeface="B Nazanin" panose="00000400000000000000" pitchFamily="2" charset="-78"/>
            </a:endParaRPr>
          </a:p>
        </p:txBody>
      </p:sp>
      <p:sp>
        <p:nvSpPr>
          <p:cNvPr id="57" name="Line 88">
            <a:extLst>
              <a:ext uri="{FF2B5EF4-FFF2-40B4-BE49-F238E27FC236}">
                <a16:creationId xmlns:a16="http://schemas.microsoft.com/office/drawing/2014/main" id="{A21391A0-F108-4967-8781-CD9A18558088}"/>
              </a:ext>
            </a:extLst>
          </p:cNvPr>
          <p:cNvSpPr>
            <a:spLocks noChangeShapeType="1"/>
          </p:cNvSpPr>
          <p:nvPr/>
        </p:nvSpPr>
        <p:spPr bwMode="auto">
          <a:xfrm>
            <a:off x="838200" y="5111652"/>
            <a:ext cx="0" cy="7620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8" name="Text Box 89">
            <a:extLst>
              <a:ext uri="{FF2B5EF4-FFF2-40B4-BE49-F238E27FC236}">
                <a16:creationId xmlns:a16="http://schemas.microsoft.com/office/drawing/2014/main" id="{6DC3CD4B-0C95-4B1F-A306-0DCACE090561}"/>
              </a:ext>
            </a:extLst>
          </p:cNvPr>
          <p:cNvSpPr txBox="1">
            <a:spLocks noChangeArrowheads="1"/>
          </p:cNvSpPr>
          <p:nvPr/>
        </p:nvSpPr>
        <p:spPr bwMode="auto">
          <a:xfrm>
            <a:off x="1447800" y="1374875"/>
            <a:ext cx="4427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Palatino" pitchFamily="18" charset="0"/>
                <a:cs typeface="Arial" charset="0"/>
              </a:defRPr>
            </a:lvl1pPr>
            <a:lvl2pPr marL="742950" indent="-285750" eaLnBrk="0" hangingPunct="0">
              <a:defRPr sz="2400">
                <a:solidFill>
                  <a:schemeClr val="tx1"/>
                </a:solidFill>
                <a:latin typeface="Palatino" pitchFamily="18" charset="0"/>
                <a:cs typeface="Arial" charset="0"/>
              </a:defRPr>
            </a:lvl2pPr>
            <a:lvl3pPr marL="1143000" indent="-228600" eaLnBrk="0" hangingPunct="0">
              <a:defRPr sz="2400">
                <a:solidFill>
                  <a:schemeClr val="tx1"/>
                </a:solidFill>
                <a:latin typeface="Palatino" pitchFamily="18" charset="0"/>
                <a:cs typeface="Arial" charset="0"/>
              </a:defRPr>
            </a:lvl3pPr>
            <a:lvl4pPr marL="1600200" indent="-228600" eaLnBrk="0" hangingPunct="0">
              <a:defRPr sz="2400">
                <a:solidFill>
                  <a:schemeClr val="tx1"/>
                </a:solidFill>
                <a:latin typeface="Palatino" pitchFamily="18" charset="0"/>
                <a:cs typeface="Arial" charset="0"/>
              </a:defRPr>
            </a:lvl4pPr>
            <a:lvl5pPr marL="2057400" indent="-228600" eaLnBrk="0" hangingPunct="0">
              <a:defRPr sz="2400">
                <a:solidFill>
                  <a:schemeClr val="tx1"/>
                </a:solidFill>
                <a:latin typeface="Palatino" pitchFamily="18" charset="0"/>
                <a:cs typeface="Arial" charset="0"/>
              </a:defRPr>
            </a:lvl5pPr>
            <a:lvl6pPr marL="2514600" indent="-228600" eaLnBrk="0" fontAlgn="base" hangingPunct="0">
              <a:spcBef>
                <a:spcPct val="0"/>
              </a:spcBef>
              <a:spcAft>
                <a:spcPct val="0"/>
              </a:spcAft>
              <a:defRPr sz="2400">
                <a:solidFill>
                  <a:schemeClr val="tx1"/>
                </a:solidFill>
                <a:latin typeface="Palatino" pitchFamily="18" charset="0"/>
                <a:cs typeface="Arial" charset="0"/>
              </a:defRPr>
            </a:lvl6pPr>
            <a:lvl7pPr marL="2971800" indent="-228600" eaLnBrk="0" fontAlgn="base" hangingPunct="0">
              <a:spcBef>
                <a:spcPct val="0"/>
              </a:spcBef>
              <a:spcAft>
                <a:spcPct val="0"/>
              </a:spcAft>
              <a:defRPr sz="2400">
                <a:solidFill>
                  <a:schemeClr val="tx1"/>
                </a:solidFill>
                <a:latin typeface="Palatino" pitchFamily="18" charset="0"/>
                <a:cs typeface="Arial" charset="0"/>
              </a:defRPr>
            </a:lvl7pPr>
            <a:lvl8pPr marL="3429000" indent="-228600" eaLnBrk="0" fontAlgn="base" hangingPunct="0">
              <a:spcBef>
                <a:spcPct val="0"/>
              </a:spcBef>
              <a:spcAft>
                <a:spcPct val="0"/>
              </a:spcAft>
              <a:defRPr sz="2400">
                <a:solidFill>
                  <a:schemeClr val="tx1"/>
                </a:solidFill>
                <a:latin typeface="Palatino" pitchFamily="18" charset="0"/>
                <a:cs typeface="Arial" charset="0"/>
              </a:defRPr>
            </a:lvl8pPr>
            <a:lvl9pPr marL="3886200" indent="-228600" eaLnBrk="0" fontAlgn="base" hangingPunct="0">
              <a:spcBef>
                <a:spcPct val="0"/>
              </a:spcBef>
              <a:spcAft>
                <a:spcPct val="0"/>
              </a:spcAft>
              <a:defRPr sz="2400">
                <a:solidFill>
                  <a:schemeClr val="tx1"/>
                </a:solidFill>
                <a:latin typeface="Palatino" pitchFamily="18" charset="0"/>
                <a:cs typeface="Arial" charset="0"/>
              </a:defRPr>
            </a:lvl9pPr>
          </a:lstStyle>
          <a:p>
            <a:pPr eaLnBrk="1" hangingPunct="1"/>
            <a:r>
              <a:rPr lang="fa-IR" sz="1400" b="1" dirty="0">
                <a:cs typeface="B Nazanin" panose="00000400000000000000" pitchFamily="2" charset="-78"/>
              </a:rPr>
              <a:t>نخ 0</a:t>
            </a:r>
            <a:endParaRPr lang="en-US" sz="1400" b="1" dirty="0">
              <a:cs typeface="B Nazanin" panose="00000400000000000000" pitchFamily="2" charset="-78"/>
            </a:endParaRPr>
          </a:p>
        </p:txBody>
      </p:sp>
      <p:sp>
        <p:nvSpPr>
          <p:cNvPr id="59" name="Text Box 91">
            <a:extLst>
              <a:ext uri="{FF2B5EF4-FFF2-40B4-BE49-F238E27FC236}">
                <a16:creationId xmlns:a16="http://schemas.microsoft.com/office/drawing/2014/main" id="{0ADDC337-9171-4C7C-98F1-B4D2FEA42FA0}"/>
              </a:ext>
            </a:extLst>
          </p:cNvPr>
          <p:cNvSpPr txBox="1">
            <a:spLocks noChangeArrowheads="1"/>
          </p:cNvSpPr>
          <p:nvPr/>
        </p:nvSpPr>
        <p:spPr bwMode="auto">
          <a:xfrm>
            <a:off x="2819400" y="1374875"/>
            <a:ext cx="4427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Palatino" pitchFamily="18" charset="0"/>
                <a:cs typeface="Arial" charset="0"/>
              </a:defRPr>
            </a:lvl1pPr>
            <a:lvl2pPr marL="742950" indent="-285750" eaLnBrk="0" hangingPunct="0">
              <a:defRPr sz="2400">
                <a:solidFill>
                  <a:schemeClr val="tx1"/>
                </a:solidFill>
                <a:latin typeface="Palatino" pitchFamily="18" charset="0"/>
                <a:cs typeface="Arial" charset="0"/>
              </a:defRPr>
            </a:lvl2pPr>
            <a:lvl3pPr marL="1143000" indent="-228600" eaLnBrk="0" hangingPunct="0">
              <a:defRPr sz="2400">
                <a:solidFill>
                  <a:schemeClr val="tx1"/>
                </a:solidFill>
                <a:latin typeface="Palatino" pitchFamily="18" charset="0"/>
                <a:cs typeface="Arial" charset="0"/>
              </a:defRPr>
            </a:lvl3pPr>
            <a:lvl4pPr marL="1600200" indent="-228600" eaLnBrk="0" hangingPunct="0">
              <a:defRPr sz="2400">
                <a:solidFill>
                  <a:schemeClr val="tx1"/>
                </a:solidFill>
                <a:latin typeface="Palatino" pitchFamily="18" charset="0"/>
                <a:cs typeface="Arial" charset="0"/>
              </a:defRPr>
            </a:lvl4pPr>
            <a:lvl5pPr marL="2057400" indent="-228600" eaLnBrk="0" hangingPunct="0">
              <a:defRPr sz="2400">
                <a:solidFill>
                  <a:schemeClr val="tx1"/>
                </a:solidFill>
                <a:latin typeface="Palatino" pitchFamily="18" charset="0"/>
                <a:cs typeface="Arial" charset="0"/>
              </a:defRPr>
            </a:lvl5pPr>
            <a:lvl6pPr marL="2514600" indent="-228600" eaLnBrk="0" fontAlgn="base" hangingPunct="0">
              <a:spcBef>
                <a:spcPct val="0"/>
              </a:spcBef>
              <a:spcAft>
                <a:spcPct val="0"/>
              </a:spcAft>
              <a:defRPr sz="2400">
                <a:solidFill>
                  <a:schemeClr val="tx1"/>
                </a:solidFill>
                <a:latin typeface="Palatino" pitchFamily="18" charset="0"/>
                <a:cs typeface="Arial" charset="0"/>
              </a:defRPr>
            </a:lvl6pPr>
            <a:lvl7pPr marL="2971800" indent="-228600" eaLnBrk="0" fontAlgn="base" hangingPunct="0">
              <a:spcBef>
                <a:spcPct val="0"/>
              </a:spcBef>
              <a:spcAft>
                <a:spcPct val="0"/>
              </a:spcAft>
              <a:defRPr sz="2400">
                <a:solidFill>
                  <a:schemeClr val="tx1"/>
                </a:solidFill>
                <a:latin typeface="Palatino" pitchFamily="18" charset="0"/>
                <a:cs typeface="Arial" charset="0"/>
              </a:defRPr>
            </a:lvl7pPr>
            <a:lvl8pPr marL="3429000" indent="-228600" eaLnBrk="0" fontAlgn="base" hangingPunct="0">
              <a:spcBef>
                <a:spcPct val="0"/>
              </a:spcBef>
              <a:spcAft>
                <a:spcPct val="0"/>
              </a:spcAft>
              <a:defRPr sz="2400">
                <a:solidFill>
                  <a:schemeClr val="tx1"/>
                </a:solidFill>
                <a:latin typeface="Palatino" pitchFamily="18" charset="0"/>
                <a:cs typeface="Arial" charset="0"/>
              </a:defRPr>
            </a:lvl8pPr>
            <a:lvl9pPr marL="3886200" indent="-228600" eaLnBrk="0" fontAlgn="base" hangingPunct="0">
              <a:spcBef>
                <a:spcPct val="0"/>
              </a:spcBef>
              <a:spcAft>
                <a:spcPct val="0"/>
              </a:spcAft>
              <a:defRPr sz="2400">
                <a:solidFill>
                  <a:schemeClr val="tx1"/>
                </a:solidFill>
                <a:latin typeface="Palatino" pitchFamily="18" charset="0"/>
                <a:cs typeface="Arial" charset="0"/>
              </a:defRPr>
            </a:lvl9pPr>
          </a:lstStyle>
          <a:p>
            <a:pPr eaLnBrk="1" hangingPunct="1"/>
            <a:r>
              <a:rPr lang="fa-IR" sz="1400" b="1" dirty="0">
                <a:cs typeface="B Nazanin" panose="00000400000000000000" pitchFamily="2" charset="-78"/>
              </a:rPr>
              <a:t>نخ 1</a:t>
            </a:r>
            <a:endParaRPr lang="en-US" sz="1400" b="1" dirty="0">
              <a:cs typeface="B Nazanin" panose="00000400000000000000" pitchFamily="2" charset="-78"/>
            </a:endParaRPr>
          </a:p>
        </p:txBody>
      </p:sp>
      <p:sp>
        <p:nvSpPr>
          <p:cNvPr id="60" name="Text Box 92">
            <a:extLst>
              <a:ext uri="{FF2B5EF4-FFF2-40B4-BE49-F238E27FC236}">
                <a16:creationId xmlns:a16="http://schemas.microsoft.com/office/drawing/2014/main" id="{D18C6474-39FA-4745-9BD9-72858D11BFFA}"/>
              </a:ext>
            </a:extLst>
          </p:cNvPr>
          <p:cNvSpPr txBox="1">
            <a:spLocks noChangeArrowheads="1"/>
          </p:cNvSpPr>
          <p:nvPr/>
        </p:nvSpPr>
        <p:spPr bwMode="auto">
          <a:xfrm>
            <a:off x="4191000" y="1374875"/>
            <a:ext cx="46198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Palatino" pitchFamily="18" charset="0"/>
                <a:cs typeface="Arial" charset="0"/>
              </a:defRPr>
            </a:lvl1pPr>
            <a:lvl2pPr marL="742950" indent="-285750" eaLnBrk="0" hangingPunct="0">
              <a:defRPr sz="2400">
                <a:solidFill>
                  <a:schemeClr val="tx1"/>
                </a:solidFill>
                <a:latin typeface="Palatino" pitchFamily="18" charset="0"/>
                <a:cs typeface="Arial" charset="0"/>
              </a:defRPr>
            </a:lvl2pPr>
            <a:lvl3pPr marL="1143000" indent="-228600" eaLnBrk="0" hangingPunct="0">
              <a:defRPr sz="2400">
                <a:solidFill>
                  <a:schemeClr val="tx1"/>
                </a:solidFill>
                <a:latin typeface="Palatino" pitchFamily="18" charset="0"/>
                <a:cs typeface="Arial" charset="0"/>
              </a:defRPr>
            </a:lvl3pPr>
            <a:lvl4pPr marL="1600200" indent="-228600" eaLnBrk="0" hangingPunct="0">
              <a:defRPr sz="2400">
                <a:solidFill>
                  <a:schemeClr val="tx1"/>
                </a:solidFill>
                <a:latin typeface="Palatino" pitchFamily="18" charset="0"/>
                <a:cs typeface="Arial" charset="0"/>
              </a:defRPr>
            </a:lvl4pPr>
            <a:lvl5pPr marL="2057400" indent="-228600" eaLnBrk="0" hangingPunct="0">
              <a:defRPr sz="2400">
                <a:solidFill>
                  <a:schemeClr val="tx1"/>
                </a:solidFill>
                <a:latin typeface="Palatino" pitchFamily="18" charset="0"/>
                <a:cs typeface="Arial" charset="0"/>
              </a:defRPr>
            </a:lvl5pPr>
            <a:lvl6pPr marL="2514600" indent="-228600" eaLnBrk="0" fontAlgn="base" hangingPunct="0">
              <a:spcBef>
                <a:spcPct val="0"/>
              </a:spcBef>
              <a:spcAft>
                <a:spcPct val="0"/>
              </a:spcAft>
              <a:defRPr sz="2400">
                <a:solidFill>
                  <a:schemeClr val="tx1"/>
                </a:solidFill>
                <a:latin typeface="Palatino" pitchFamily="18" charset="0"/>
                <a:cs typeface="Arial" charset="0"/>
              </a:defRPr>
            </a:lvl6pPr>
            <a:lvl7pPr marL="2971800" indent="-228600" eaLnBrk="0" fontAlgn="base" hangingPunct="0">
              <a:spcBef>
                <a:spcPct val="0"/>
              </a:spcBef>
              <a:spcAft>
                <a:spcPct val="0"/>
              </a:spcAft>
              <a:defRPr sz="2400">
                <a:solidFill>
                  <a:schemeClr val="tx1"/>
                </a:solidFill>
                <a:latin typeface="Palatino" pitchFamily="18" charset="0"/>
                <a:cs typeface="Arial" charset="0"/>
              </a:defRPr>
            </a:lvl7pPr>
            <a:lvl8pPr marL="3429000" indent="-228600" eaLnBrk="0" fontAlgn="base" hangingPunct="0">
              <a:spcBef>
                <a:spcPct val="0"/>
              </a:spcBef>
              <a:spcAft>
                <a:spcPct val="0"/>
              </a:spcAft>
              <a:defRPr sz="2400">
                <a:solidFill>
                  <a:schemeClr val="tx1"/>
                </a:solidFill>
                <a:latin typeface="Palatino" pitchFamily="18" charset="0"/>
                <a:cs typeface="Arial" charset="0"/>
              </a:defRPr>
            </a:lvl8pPr>
            <a:lvl9pPr marL="3886200" indent="-228600" eaLnBrk="0" fontAlgn="base" hangingPunct="0">
              <a:spcBef>
                <a:spcPct val="0"/>
              </a:spcBef>
              <a:spcAft>
                <a:spcPct val="0"/>
              </a:spcAft>
              <a:defRPr sz="2400">
                <a:solidFill>
                  <a:schemeClr val="tx1"/>
                </a:solidFill>
                <a:latin typeface="Palatino" pitchFamily="18" charset="0"/>
                <a:cs typeface="Arial" charset="0"/>
              </a:defRPr>
            </a:lvl9pPr>
          </a:lstStyle>
          <a:p>
            <a:pPr eaLnBrk="1" hangingPunct="1"/>
            <a:r>
              <a:rPr lang="fa-IR" sz="1400" b="1" dirty="0">
                <a:cs typeface="B Nazanin" panose="00000400000000000000" pitchFamily="2" charset="-78"/>
              </a:rPr>
              <a:t>نخ 2</a:t>
            </a:r>
            <a:endParaRPr lang="en-US" sz="1400" b="1" dirty="0">
              <a:cs typeface="B Nazanin" panose="00000400000000000000" pitchFamily="2" charset="-78"/>
            </a:endParaRPr>
          </a:p>
        </p:txBody>
      </p:sp>
      <p:sp>
        <p:nvSpPr>
          <p:cNvPr id="61" name="Text Box 93">
            <a:extLst>
              <a:ext uri="{FF2B5EF4-FFF2-40B4-BE49-F238E27FC236}">
                <a16:creationId xmlns:a16="http://schemas.microsoft.com/office/drawing/2014/main" id="{223F982D-896D-473E-995A-1AF6F893B3E5}"/>
              </a:ext>
            </a:extLst>
          </p:cNvPr>
          <p:cNvSpPr txBox="1">
            <a:spLocks noChangeArrowheads="1"/>
          </p:cNvSpPr>
          <p:nvPr/>
        </p:nvSpPr>
        <p:spPr bwMode="auto">
          <a:xfrm>
            <a:off x="5562600" y="1374875"/>
            <a:ext cx="47641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Palatino" pitchFamily="18" charset="0"/>
                <a:cs typeface="Arial" charset="0"/>
              </a:defRPr>
            </a:lvl1pPr>
            <a:lvl2pPr marL="742950" indent="-285750" eaLnBrk="0" hangingPunct="0">
              <a:defRPr sz="2400">
                <a:solidFill>
                  <a:schemeClr val="tx1"/>
                </a:solidFill>
                <a:latin typeface="Palatino" pitchFamily="18" charset="0"/>
                <a:cs typeface="Arial" charset="0"/>
              </a:defRPr>
            </a:lvl2pPr>
            <a:lvl3pPr marL="1143000" indent="-228600" eaLnBrk="0" hangingPunct="0">
              <a:defRPr sz="2400">
                <a:solidFill>
                  <a:schemeClr val="tx1"/>
                </a:solidFill>
                <a:latin typeface="Palatino" pitchFamily="18" charset="0"/>
                <a:cs typeface="Arial" charset="0"/>
              </a:defRPr>
            </a:lvl3pPr>
            <a:lvl4pPr marL="1600200" indent="-228600" eaLnBrk="0" hangingPunct="0">
              <a:defRPr sz="2400">
                <a:solidFill>
                  <a:schemeClr val="tx1"/>
                </a:solidFill>
                <a:latin typeface="Palatino" pitchFamily="18" charset="0"/>
                <a:cs typeface="Arial" charset="0"/>
              </a:defRPr>
            </a:lvl4pPr>
            <a:lvl5pPr marL="2057400" indent="-228600" eaLnBrk="0" hangingPunct="0">
              <a:defRPr sz="2400">
                <a:solidFill>
                  <a:schemeClr val="tx1"/>
                </a:solidFill>
                <a:latin typeface="Palatino" pitchFamily="18" charset="0"/>
                <a:cs typeface="Arial" charset="0"/>
              </a:defRPr>
            </a:lvl5pPr>
            <a:lvl6pPr marL="2514600" indent="-228600" eaLnBrk="0" fontAlgn="base" hangingPunct="0">
              <a:spcBef>
                <a:spcPct val="0"/>
              </a:spcBef>
              <a:spcAft>
                <a:spcPct val="0"/>
              </a:spcAft>
              <a:defRPr sz="2400">
                <a:solidFill>
                  <a:schemeClr val="tx1"/>
                </a:solidFill>
                <a:latin typeface="Palatino" pitchFamily="18" charset="0"/>
                <a:cs typeface="Arial" charset="0"/>
              </a:defRPr>
            </a:lvl6pPr>
            <a:lvl7pPr marL="2971800" indent="-228600" eaLnBrk="0" fontAlgn="base" hangingPunct="0">
              <a:spcBef>
                <a:spcPct val="0"/>
              </a:spcBef>
              <a:spcAft>
                <a:spcPct val="0"/>
              </a:spcAft>
              <a:defRPr sz="2400">
                <a:solidFill>
                  <a:schemeClr val="tx1"/>
                </a:solidFill>
                <a:latin typeface="Palatino" pitchFamily="18" charset="0"/>
                <a:cs typeface="Arial" charset="0"/>
              </a:defRPr>
            </a:lvl7pPr>
            <a:lvl8pPr marL="3429000" indent="-228600" eaLnBrk="0" fontAlgn="base" hangingPunct="0">
              <a:spcBef>
                <a:spcPct val="0"/>
              </a:spcBef>
              <a:spcAft>
                <a:spcPct val="0"/>
              </a:spcAft>
              <a:defRPr sz="2400">
                <a:solidFill>
                  <a:schemeClr val="tx1"/>
                </a:solidFill>
                <a:latin typeface="Palatino" pitchFamily="18" charset="0"/>
                <a:cs typeface="Arial" charset="0"/>
              </a:defRPr>
            </a:lvl8pPr>
            <a:lvl9pPr marL="3886200" indent="-228600" eaLnBrk="0" fontAlgn="base" hangingPunct="0">
              <a:spcBef>
                <a:spcPct val="0"/>
              </a:spcBef>
              <a:spcAft>
                <a:spcPct val="0"/>
              </a:spcAft>
              <a:defRPr sz="2400">
                <a:solidFill>
                  <a:schemeClr val="tx1"/>
                </a:solidFill>
                <a:latin typeface="Palatino" pitchFamily="18" charset="0"/>
                <a:cs typeface="Arial" charset="0"/>
              </a:defRPr>
            </a:lvl9pPr>
          </a:lstStyle>
          <a:p>
            <a:pPr eaLnBrk="1" hangingPunct="1"/>
            <a:r>
              <a:rPr lang="fa-IR" sz="1400" b="1" dirty="0">
                <a:cs typeface="B Nazanin" panose="00000400000000000000" pitchFamily="2" charset="-78"/>
              </a:rPr>
              <a:t>نخ 3</a:t>
            </a:r>
            <a:endParaRPr lang="en-US" sz="1400" b="1" dirty="0">
              <a:cs typeface="B Nazanin" panose="00000400000000000000" pitchFamily="2" charset="-78"/>
            </a:endParaRPr>
          </a:p>
        </p:txBody>
      </p:sp>
      <p:sp>
        <p:nvSpPr>
          <p:cNvPr id="62" name="TextBox 1">
            <a:extLst>
              <a:ext uri="{FF2B5EF4-FFF2-40B4-BE49-F238E27FC236}">
                <a16:creationId xmlns:a16="http://schemas.microsoft.com/office/drawing/2014/main" id="{EC20BFD7-61B0-4813-ACF0-EFB94EDF8B14}"/>
              </a:ext>
            </a:extLst>
          </p:cNvPr>
          <p:cNvSpPr txBox="1">
            <a:spLocks noChangeArrowheads="1"/>
          </p:cNvSpPr>
          <p:nvPr/>
        </p:nvSpPr>
        <p:spPr bwMode="auto">
          <a:xfrm>
            <a:off x="609600" y="2135090"/>
            <a:ext cx="685800"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Palatino" pitchFamily="18" charset="0"/>
                <a:cs typeface="Arial" charset="0"/>
              </a:defRPr>
            </a:lvl1pPr>
            <a:lvl2pPr marL="742950" indent="-285750" eaLnBrk="0" hangingPunct="0">
              <a:defRPr sz="2400">
                <a:solidFill>
                  <a:schemeClr val="tx1"/>
                </a:solidFill>
                <a:latin typeface="Palatino" pitchFamily="18" charset="0"/>
                <a:cs typeface="Arial" charset="0"/>
              </a:defRPr>
            </a:lvl2pPr>
            <a:lvl3pPr marL="1143000" indent="-228600" eaLnBrk="0" hangingPunct="0">
              <a:defRPr sz="2400">
                <a:solidFill>
                  <a:schemeClr val="tx1"/>
                </a:solidFill>
                <a:latin typeface="Palatino" pitchFamily="18" charset="0"/>
                <a:cs typeface="Arial" charset="0"/>
              </a:defRPr>
            </a:lvl3pPr>
            <a:lvl4pPr marL="1600200" indent="-228600" eaLnBrk="0" hangingPunct="0">
              <a:defRPr sz="2400">
                <a:solidFill>
                  <a:schemeClr val="tx1"/>
                </a:solidFill>
                <a:latin typeface="Palatino" pitchFamily="18" charset="0"/>
                <a:cs typeface="Arial" charset="0"/>
              </a:defRPr>
            </a:lvl4pPr>
            <a:lvl5pPr marL="2057400" indent="-228600" eaLnBrk="0" hangingPunct="0">
              <a:defRPr sz="2400">
                <a:solidFill>
                  <a:schemeClr val="tx1"/>
                </a:solidFill>
                <a:latin typeface="Palatino" pitchFamily="18" charset="0"/>
                <a:cs typeface="Arial" charset="0"/>
              </a:defRPr>
            </a:lvl5pPr>
            <a:lvl6pPr marL="2514600" indent="-228600" eaLnBrk="0" fontAlgn="base" hangingPunct="0">
              <a:spcBef>
                <a:spcPct val="0"/>
              </a:spcBef>
              <a:spcAft>
                <a:spcPct val="0"/>
              </a:spcAft>
              <a:defRPr sz="2400">
                <a:solidFill>
                  <a:schemeClr val="tx1"/>
                </a:solidFill>
                <a:latin typeface="Palatino" pitchFamily="18" charset="0"/>
                <a:cs typeface="Arial" charset="0"/>
              </a:defRPr>
            </a:lvl6pPr>
            <a:lvl7pPr marL="2971800" indent="-228600" eaLnBrk="0" fontAlgn="base" hangingPunct="0">
              <a:spcBef>
                <a:spcPct val="0"/>
              </a:spcBef>
              <a:spcAft>
                <a:spcPct val="0"/>
              </a:spcAft>
              <a:defRPr sz="2400">
                <a:solidFill>
                  <a:schemeClr val="tx1"/>
                </a:solidFill>
                <a:latin typeface="Palatino" pitchFamily="18" charset="0"/>
                <a:cs typeface="Arial" charset="0"/>
              </a:defRPr>
            </a:lvl7pPr>
            <a:lvl8pPr marL="3429000" indent="-228600" eaLnBrk="0" fontAlgn="base" hangingPunct="0">
              <a:spcBef>
                <a:spcPct val="0"/>
              </a:spcBef>
              <a:spcAft>
                <a:spcPct val="0"/>
              </a:spcAft>
              <a:defRPr sz="2400">
                <a:solidFill>
                  <a:schemeClr val="tx1"/>
                </a:solidFill>
                <a:latin typeface="Palatino" pitchFamily="18" charset="0"/>
                <a:cs typeface="Arial" charset="0"/>
              </a:defRPr>
            </a:lvl8pPr>
            <a:lvl9pPr marL="3886200" indent="-228600" eaLnBrk="0" fontAlgn="base" hangingPunct="0">
              <a:spcBef>
                <a:spcPct val="0"/>
              </a:spcBef>
              <a:spcAft>
                <a:spcPct val="0"/>
              </a:spcAft>
              <a:defRPr sz="2400">
                <a:solidFill>
                  <a:schemeClr val="tx1"/>
                </a:solidFill>
                <a:latin typeface="Palatino" pitchFamily="18" charset="0"/>
                <a:cs typeface="Arial" charset="0"/>
              </a:defRPr>
            </a:lvl9pPr>
          </a:lstStyle>
          <a:p>
            <a:pPr eaLnBrk="1" hangingPunct="1"/>
            <a:r>
              <a:rPr lang="fa-IR" sz="2000" dirty="0">
                <a:cs typeface="B Nazanin" panose="00000400000000000000" pitchFamily="2" charset="-78"/>
              </a:rPr>
              <a:t>داده</a:t>
            </a:r>
            <a:endParaRPr lang="en-US" sz="2000" dirty="0">
              <a:cs typeface="B Nazanin" panose="00000400000000000000" pitchFamily="2" charset="-78"/>
            </a:endParaRPr>
          </a:p>
        </p:txBody>
      </p:sp>
      <p:sp>
        <p:nvSpPr>
          <p:cNvPr id="63" name="Rectangle 16">
            <a:extLst>
              <a:ext uri="{FF2B5EF4-FFF2-40B4-BE49-F238E27FC236}">
                <a16:creationId xmlns:a16="http://schemas.microsoft.com/office/drawing/2014/main" id="{C809FCE9-513A-48D2-AD3A-F403C3FAB95C}"/>
              </a:ext>
            </a:extLst>
          </p:cNvPr>
          <p:cNvSpPr>
            <a:spLocks noChangeArrowheads="1"/>
          </p:cNvSpPr>
          <p:nvPr/>
        </p:nvSpPr>
        <p:spPr bwMode="auto">
          <a:xfrm>
            <a:off x="6084888" y="2135090"/>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a:t>3</a:t>
            </a:r>
          </a:p>
        </p:txBody>
      </p:sp>
      <p:sp>
        <p:nvSpPr>
          <p:cNvPr id="64" name="Line 62">
            <a:extLst>
              <a:ext uri="{FF2B5EF4-FFF2-40B4-BE49-F238E27FC236}">
                <a16:creationId xmlns:a16="http://schemas.microsoft.com/office/drawing/2014/main" id="{48A18DE1-9E05-4DA0-8AA4-961E4B0ECDE6}"/>
              </a:ext>
            </a:extLst>
          </p:cNvPr>
          <p:cNvSpPr>
            <a:spLocks noChangeShapeType="1"/>
          </p:cNvSpPr>
          <p:nvPr/>
        </p:nvSpPr>
        <p:spPr bwMode="auto">
          <a:xfrm flipH="1">
            <a:off x="5894388" y="2597052"/>
            <a:ext cx="5334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5" name="Rectangle 26">
            <a:extLst>
              <a:ext uri="{FF2B5EF4-FFF2-40B4-BE49-F238E27FC236}">
                <a16:creationId xmlns:a16="http://schemas.microsoft.com/office/drawing/2014/main" id="{714E360A-C14A-40EB-925D-85B2584D3455}"/>
              </a:ext>
            </a:extLst>
          </p:cNvPr>
          <p:cNvSpPr>
            <a:spLocks noChangeArrowheads="1"/>
          </p:cNvSpPr>
          <p:nvPr/>
        </p:nvSpPr>
        <p:spPr bwMode="auto">
          <a:xfrm>
            <a:off x="6084888" y="3206652"/>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6" name="Rectangle 26">
            <a:extLst>
              <a:ext uri="{FF2B5EF4-FFF2-40B4-BE49-F238E27FC236}">
                <a16:creationId xmlns:a16="http://schemas.microsoft.com/office/drawing/2014/main" id="{1E910705-389C-4C5A-8033-F21C4E91E9DA}"/>
              </a:ext>
            </a:extLst>
          </p:cNvPr>
          <p:cNvSpPr>
            <a:spLocks noChangeArrowheads="1"/>
          </p:cNvSpPr>
          <p:nvPr/>
        </p:nvSpPr>
        <p:spPr bwMode="auto">
          <a:xfrm>
            <a:off x="6084888" y="4357590"/>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7" name="Rectangle 26">
            <a:extLst>
              <a:ext uri="{FF2B5EF4-FFF2-40B4-BE49-F238E27FC236}">
                <a16:creationId xmlns:a16="http://schemas.microsoft.com/office/drawing/2014/main" id="{031B191F-5D37-4084-B527-680D2683070A}"/>
              </a:ext>
            </a:extLst>
          </p:cNvPr>
          <p:cNvSpPr>
            <a:spLocks noChangeArrowheads="1"/>
          </p:cNvSpPr>
          <p:nvPr/>
        </p:nvSpPr>
        <p:spPr bwMode="auto">
          <a:xfrm>
            <a:off x="6084888" y="5500590"/>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8" name="Rectangle: Rounded Corners 67">
            <a:extLst>
              <a:ext uri="{FF2B5EF4-FFF2-40B4-BE49-F238E27FC236}">
                <a16:creationId xmlns:a16="http://schemas.microsoft.com/office/drawing/2014/main" id="{9F4E4150-58B4-49F4-9A3B-3D7843C0A75B}"/>
              </a:ext>
            </a:extLst>
          </p:cNvPr>
          <p:cNvSpPr/>
          <p:nvPr/>
        </p:nvSpPr>
        <p:spPr>
          <a:xfrm>
            <a:off x="1295400" y="1374875"/>
            <a:ext cx="2068512" cy="303015"/>
          </a:xfrm>
          <a:prstGeom prst="roundRect">
            <a:avLst/>
          </a:prstGeom>
          <a:noFill/>
          <a:ln>
            <a:solidFill>
              <a:srgbClr val="1B46F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Rounded Corners 68">
            <a:extLst>
              <a:ext uri="{FF2B5EF4-FFF2-40B4-BE49-F238E27FC236}">
                <a16:creationId xmlns:a16="http://schemas.microsoft.com/office/drawing/2014/main" id="{4D07A820-DEB5-45DF-9AF6-D16BFDA27EAC}"/>
              </a:ext>
            </a:extLst>
          </p:cNvPr>
          <p:cNvSpPr/>
          <p:nvPr/>
        </p:nvSpPr>
        <p:spPr>
          <a:xfrm>
            <a:off x="4092559" y="1378149"/>
            <a:ext cx="2068512" cy="303015"/>
          </a:xfrm>
          <a:prstGeom prst="roundRect">
            <a:avLst/>
          </a:prstGeom>
          <a:noFill/>
          <a:ln>
            <a:solidFill>
              <a:srgbClr val="1B46F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Text Box 89">
            <a:extLst>
              <a:ext uri="{FF2B5EF4-FFF2-40B4-BE49-F238E27FC236}">
                <a16:creationId xmlns:a16="http://schemas.microsoft.com/office/drawing/2014/main" id="{23B52FAB-3739-4A3E-84D7-88CD153537DF}"/>
              </a:ext>
            </a:extLst>
          </p:cNvPr>
          <p:cNvSpPr txBox="1">
            <a:spLocks noChangeArrowheads="1"/>
          </p:cNvSpPr>
          <p:nvPr/>
        </p:nvSpPr>
        <p:spPr bwMode="auto">
          <a:xfrm>
            <a:off x="1897237" y="1066800"/>
            <a:ext cx="7697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Palatino" pitchFamily="18" charset="0"/>
                <a:cs typeface="Arial" charset="0"/>
              </a:defRPr>
            </a:lvl1pPr>
            <a:lvl2pPr marL="742950" indent="-285750" eaLnBrk="0" hangingPunct="0">
              <a:defRPr sz="2400">
                <a:solidFill>
                  <a:schemeClr val="tx1"/>
                </a:solidFill>
                <a:latin typeface="Palatino" pitchFamily="18" charset="0"/>
                <a:cs typeface="Arial" charset="0"/>
              </a:defRPr>
            </a:lvl2pPr>
            <a:lvl3pPr marL="1143000" indent="-228600" eaLnBrk="0" hangingPunct="0">
              <a:defRPr sz="2400">
                <a:solidFill>
                  <a:schemeClr val="tx1"/>
                </a:solidFill>
                <a:latin typeface="Palatino" pitchFamily="18" charset="0"/>
                <a:cs typeface="Arial" charset="0"/>
              </a:defRPr>
            </a:lvl3pPr>
            <a:lvl4pPr marL="1600200" indent="-228600" eaLnBrk="0" hangingPunct="0">
              <a:defRPr sz="2400">
                <a:solidFill>
                  <a:schemeClr val="tx1"/>
                </a:solidFill>
                <a:latin typeface="Palatino" pitchFamily="18" charset="0"/>
                <a:cs typeface="Arial" charset="0"/>
              </a:defRPr>
            </a:lvl4pPr>
            <a:lvl5pPr marL="2057400" indent="-228600" eaLnBrk="0" hangingPunct="0">
              <a:defRPr sz="2400">
                <a:solidFill>
                  <a:schemeClr val="tx1"/>
                </a:solidFill>
                <a:latin typeface="Palatino" pitchFamily="18" charset="0"/>
                <a:cs typeface="Arial" charset="0"/>
              </a:defRPr>
            </a:lvl5pPr>
            <a:lvl6pPr marL="2514600" indent="-228600" eaLnBrk="0" fontAlgn="base" hangingPunct="0">
              <a:spcBef>
                <a:spcPct val="0"/>
              </a:spcBef>
              <a:spcAft>
                <a:spcPct val="0"/>
              </a:spcAft>
              <a:defRPr sz="2400">
                <a:solidFill>
                  <a:schemeClr val="tx1"/>
                </a:solidFill>
                <a:latin typeface="Palatino" pitchFamily="18" charset="0"/>
                <a:cs typeface="Arial" charset="0"/>
              </a:defRPr>
            </a:lvl6pPr>
            <a:lvl7pPr marL="2971800" indent="-228600" eaLnBrk="0" fontAlgn="base" hangingPunct="0">
              <a:spcBef>
                <a:spcPct val="0"/>
              </a:spcBef>
              <a:spcAft>
                <a:spcPct val="0"/>
              </a:spcAft>
              <a:defRPr sz="2400">
                <a:solidFill>
                  <a:schemeClr val="tx1"/>
                </a:solidFill>
                <a:latin typeface="Palatino" pitchFamily="18" charset="0"/>
                <a:cs typeface="Arial" charset="0"/>
              </a:defRPr>
            </a:lvl7pPr>
            <a:lvl8pPr marL="3429000" indent="-228600" eaLnBrk="0" fontAlgn="base" hangingPunct="0">
              <a:spcBef>
                <a:spcPct val="0"/>
              </a:spcBef>
              <a:spcAft>
                <a:spcPct val="0"/>
              </a:spcAft>
              <a:defRPr sz="2400">
                <a:solidFill>
                  <a:schemeClr val="tx1"/>
                </a:solidFill>
                <a:latin typeface="Palatino" pitchFamily="18" charset="0"/>
                <a:cs typeface="Arial" charset="0"/>
              </a:defRPr>
            </a:lvl8pPr>
            <a:lvl9pPr marL="3886200" indent="-228600" eaLnBrk="0" fontAlgn="base" hangingPunct="0">
              <a:spcBef>
                <a:spcPct val="0"/>
              </a:spcBef>
              <a:spcAft>
                <a:spcPct val="0"/>
              </a:spcAft>
              <a:defRPr sz="2400">
                <a:solidFill>
                  <a:schemeClr val="tx1"/>
                </a:solidFill>
                <a:latin typeface="Palatino" pitchFamily="18" charset="0"/>
                <a:cs typeface="Arial" charset="0"/>
              </a:defRPr>
            </a:lvl9pPr>
          </a:lstStyle>
          <a:p>
            <a:pPr eaLnBrk="1" hangingPunct="1"/>
            <a:r>
              <a:rPr lang="fa-IR" sz="1400" b="1" dirty="0">
                <a:solidFill>
                  <a:srgbClr val="1B46FD"/>
                </a:solidFill>
                <a:cs typeface="B Nazanin" panose="00000400000000000000" pitchFamily="2" charset="-78"/>
              </a:rPr>
              <a:t>ریسمان 0</a:t>
            </a:r>
            <a:endParaRPr lang="en-US" sz="1400" b="1" dirty="0">
              <a:solidFill>
                <a:srgbClr val="1B46FD"/>
              </a:solidFill>
              <a:cs typeface="B Nazanin" panose="00000400000000000000" pitchFamily="2" charset="-78"/>
            </a:endParaRPr>
          </a:p>
        </p:txBody>
      </p:sp>
      <p:sp>
        <p:nvSpPr>
          <p:cNvPr id="71" name="Text Box 89">
            <a:extLst>
              <a:ext uri="{FF2B5EF4-FFF2-40B4-BE49-F238E27FC236}">
                <a16:creationId xmlns:a16="http://schemas.microsoft.com/office/drawing/2014/main" id="{E05B60B6-9FD9-4A4F-99D4-5B9BA0E4CC17}"/>
              </a:ext>
            </a:extLst>
          </p:cNvPr>
          <p:cNvSpPr txBox="1">
            <a:spLocks noChangeArrowheads="1"/>
          </p:cNvSpPr>
          <p:nvPr/>
        </p:nvSpPr>
        <p:spPr bwMode="auto">
          <a:xfrm>
            <a:off x="4706945" y="1066800"/>
            <a:ext cx="7697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Palatino" pitchFamily="18" charset="0"/>
                <a:cs typeface="Arial" charset="0"/>
              </a:defRPr>
            </a:lvl1pPr>
            <a:lvl2pPr marL="742950" indent="-285750" eaLnBrk="0" hangingPunct="0">
              <a:defRPr sz="2400">
                <a:solidFill>
                  <a:schemeClr val="tx1"/>
                </a:solidFill>
                <a:latin typeface="Palatino" pitchFamily="18" charset="0"/>
                <a:cs typeface="Arial" charset="0"/>
              </a:defRPr>
            </a:lvl2pPr>
            <a:lvl3pPr marL="1143000" indent="-228600" eaLnBrk="0" hangingPunct="0">
              <a:defRPr sz="2400">
                <a:solidFill>
                  <a:schemeClr val="tx1"/>
                </a:solidFill>
                <a:latin typeface="Palatino" pitchFamily="18" charset="0"/>
                <a:cs typeface="Arial" charset="0"/>
              </a:defRPr>
            </a:lvl3pPr>
            <a:lvl4pPr marL="1600200" indent="-228600" eaLnBrk="0" hangingPunct="0">
              <a:defRPr sz="2400">
                <a:solidFill>
                  <a:schemeClr val="tx1"/>
                </a:solidFill>
                <a:latin typeface="Palatino" pitchFamily="18" charset="0"/>
                <a:cs typeface="Arial" charset="0"/>
              </a:defRPr>
            </a:lvl4pPr>
            <a:lvl5pPr marL="2057400" indent="-228600" eaLnBrk="0" hangingPunct="0">
              <a:defRPr sz="2400">
                <a:solidFill>
                  <a:schemeClr val="tx1"/>
                </a:solidFill>
                <a:latin typeface="Palatino" pitchFamily="18" charset="0"/>
                <a:cs typeface="Arial" charset="0"/>
              </a:defRPr>
            </a:lvl5pPr>
            <a:lvl6pPr marL="2514600" indent="-228600" eaLnBrk="0" fontAlgn="base" hangingPunct="0">
              <a:spcBef>
                <a:spcPct val="0"/>
              </a:spcBef>
              <a:spcAft>
                <a:spcPct val="0"/>
              </a:spcAft>
              <a:defRPr sz="2400">
                <a:solidFill>
                  <a:schemeClr val="tx1"/>
                </a:solidFill>
                <a:latin typeface="Palatino" pitchFamily="18" charset="0"/>
                <a:cs typeface="Arial" charset="0"/>
              </a:defRPr>
            </a:lvl6pPr>
            <a:lvl7pPr marL="2971800" indent="-228600" eaLnBrk="0" fontAlgn="base" hangingPunct="0">
              <a:spcBef>
                <a:spcPct val="0"/>
              </a:spcBef>
              <a:spcAft>
                <a:spcPct val="0"/>
              </a:spcAft>
              <a:defRPr sz="2400">
                <a:solidFill>
                  <a:schemeClr val="tx1"/>
                </a:solidFill>
                <a:latin typeface="Palatino" pitchFamily="18" charset="0"/>
                <a:cs typeface="Arial" charset="0"/>
              </a:defRPr>
            </a:lvl7pPr>
            <a:lvl8pPr marL="3429000" indent="-228600" eaLnBrk="0" fontAlgn="base" hangingPunct="0">
              <a:spcBef>
                <a:spcPct val="0"/>
              </a:spcBef>
              <a:spcAft>
                <a:spcPct val="0"/>
              </a:spcAft>
              <a:defRPr sz="2400">
                <a:solidFill>
                  <a:schemeClr val="tx1"/>
                </a:solidFill>
                <a:latin typeface="Palatino" pitchFamily="18" charset="0"/>
                <a:cs typeface="Arial" charset="0"/>
              </a:defRPr>
            </a:lvl8pPr>
            <a:lvl9pPr marL="3886200" indent="-228600" eaLnBrk="0" fontAlgn="base" hangingPunct="0">
              <a:spcBef>
                <a:spcPct val="0"/>
              </a:spcBef>
              <a:spcAft>
                <a:spcPct val="0"/>
              </a:spcAft>
              <a:defRPr sz="2400">
                <a:solidFill>
                  <a:schemeClr val="tx1"/>
                </a:solidFill>
                <a:latin typeface="Palatino" pitchFamily="18" charset="0"/>
                <a:cs typeface="Arial" charset="0"/>
              </a:defRPr>
            </a:lvl9pPr>
          </a:lstStyle>
          <a:p>
            <a:pPr eaLnBrk="1" hangingPunct="1"/>
            <a:r>
              <a:rPr lang="fa-IR" sz="1400" b="1" dirty="0">
                <a:solidFill>
                  <a:srgbClr val="1B46FD"/>
                </a:solidFill>
                <a:cs typeface="B Nazanin" panose="00000400000000000000" pitchFamily="2" charset="-78"/>
              </a:rPr>
              <a:t>ریسمان 1</a:t>
            </a:r>
            <a:endParaRPr lang="en-US" sz="1400" b="1" dirty="0">
              <a:solidFill>
                <a:srgbClr val="1B46FD"/>
              </a:solidFill>
              <a:cs typeface="B Nazanin" panose="00000400000000000000" pitchFamily="2" charset="-78"/>
            </a:endParaRPr>
          </a:p>
        </p:txBody>
      </p:sp>
      <p:cxnSp>
        <p:nvCxnSpPr>
          <p:cNvPr id="73" name="Straight Arrow Connector 72">
            <a:extLst>
              <a:ext uri="{FF2B5EF4-FFF2-40B4-BE49-F238E27FC236}">
                <a16:creationId xmlns:a16="http://schemas.microsoft.com/office/drawing/2014/main" id="{0F8BE030-5AC6-4376-9725-E0010F5BABFC}"/>
              </a:ext>
            </a:extLst>
          </p:cNvPr>
          <p:cNvCxnSpPr>
            <a:cxnSpLocks/>
          </p:cNvCxnSpPr>
          <p:nvPr/>
        </p:nvCxnSpPr>
        <p:spPr>
          <a:xfrm flipH="1" flipV="1">
            <a:off x="4652986" y="4953000"/>
            <a:ext cx="2738414" cy="196752"/>
          </a:xfrm>
          <a:prstGeom prst="straightConnector1">
            <a:avLst/>
          </a:prstGeom>
          <a:ln>
            <a:solidFill>
              <a:srgbClr val="1B46FD"/>
            </a:solidFill>
            <a:tailEnd type="triangle"/>
          </a:ln>
        </p:spPr>
        <p:style>
          <a:lnRef idx="1">
            <a:schemeClr val="accent1"/>
          </a:lnRef>
          <a:fillRef idx="0">
            <a:schemeClr val="accent1"/>
          </a:fillRef>
          <a:effectRef idx="0">
            <a:schemeClr val="accent1"/>
          </a:effectRef>
          <a:fontRef idx="minor">
            <a:schemeClr val="tx1"/>
          </a:fontRef>
        </p:style>
      </p:cxnSp>
      <p:sp>
        <p:nvSpPr>
          <p:cNvPr id="74" name="Text Box 89">
            <a:extLst>
              <a:ext uri="{FF2B5EF4-FFF2-40B4-BE49-F238E27FC236}">
                <a16:creationId xmlns:a16="http://schemas.microsoft.com/office/drawing/2014/main" id="{C3D4DADE-64CE-4096-9DBE-E61642C20989}"/>
              </a:ext>
            </a:extLst>
          </p:cNvPr>
          <p:cNvSpPr txBox="1">
            <a:spLocks noChangeArrowheads="1"/>
          </p:cNvSpPr>
          <p:nvPr/>
        </p:nvSpPr>
        <p:spPr bwMode="auto">
          <a:xfrm>
            <a:off x="7391400" y="4814790"/>
            <a:ext cx="1438277"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Palatino" pitchFamily="18" charset="0"/>
                <a:cs typeface="Arial" charset="0"/>
              </a:defRPr>
            </a:lvl1pPr>
            <a:lvl2pPr marL="742950" indent="-285750" eaLnBrk="0" hangingPunct="0">
              <a:defRPr sz="2400">
                <a:solidFill>
                  <a:schemeClr val="tx1"/>
                </a:solidFill>
                <a:latin typeface="Palatino" pitchFamily="18" charset="0"/>
                <a:cs typeface="Arial" charset="0"/>
              </a:defRPr>
            </a:lvl2pPr>
            <a:lvl3pPr marL="1143000" indent="-228600" eaLnBrk="0" hangingPunct="0">
              <a:defRPr sz="2400">
                <a:solidFill>
                  <a:schemeClr val="tx1"/>
                </a:solidFill>
                <a:latin typeface="Palatino" pitchFamily="18" charset="0"/>
                <a:cs typeface="Arial" charset="0"/>
              </a:defRPr>
            </a:lvl3pPr>
            <a:lvl4pPr marL="1600200" indent="-228600" eaLnBrk="0" hangingPunct="0">
              <a:defRPr sz="2400">
                <a:solidFill>
                  <a:schemeClr val="tx1"/>
                </a:solidFill>
                <a:latin typeface="Palatino" pitchFamily="18" charset="0"/>
                <a:cs typeface="Arial" charset="0"/>
              </a:defRPr>
            </a:lvl4pPr>
            <a:lvl5pPr marL="2057400" indent="-228600" eaLnBrk="0" hangingPunct="0">
              <a:defRPr sz="2400">
                <a:solidFill>
                  <a:schemeClr val="tx1"/>
                </a:solidFill>
                <a:latin typeface="Palatino" pitchFamily="18" charset="0"/>
                <a:cs typeface="Arial" charset="0"/>
              </a:defRPr>
            </a:lvl5pPr>
            <a:lvl6pPr marL="2514600" indent="-228600" eaLnBrk="0" fontAlgn="base" hangingPunct="0">
              <a:spcBef>
                <a:spcPct val="0"/>
              </a:spcBef>
              <a:spcAft>
                <a:spcPct val="0"/>
              </a:spcAft>
              <a:defRPr sz="2400">
                <a:solidFill>
                  <a:schemeClr val="tx1"/>
                </a:solidFill>
                <a:latin typeface="Palatino" pitchFamily="18" charset="0"/>
                <a:cs typeface="Arial" charset="0"/>
              </a:defRPr>
            </a:lvl6pPr>
            <a:lvl7pPr marL="2971800" indent="-228600" eaLnBrk="0" fontAlgn="base" hangingPunct="0">
              <a:spcBef>
                <a:spcPct val="0"/>
              </a:spcBef>
              <a:spcAft>
                <a:spcPct val="0"/>
              </a:spcAft>
              <a:defRPr sz="2400">
                <a:solidFill>
                  <a:schemeClr val="tx1"/>
                </a:solidFill>
                <a:latin typeface="Palatino" pitchFamily="18" charset="0"/>
                <a:cs typeface="Arial" charset="0"/>
              </a:defRPr>
            </a:lvl7pPr>
            <a:lvl8pPr marL="3429000" indent="-228600" eaLnBrk="0" fontAlgn="base" hangingPunct="0">
              <a:spcBef>
                <a:spcPct val="0"/>
              </a:spcBef>
              <a:spcAft>
                <a:spcPct val="0"/>
              </a:spcAft>
              <a:defRPr sz="2400">
                <a:solidFill>
                  <a:schemeClr val="tx1"/>
                </a:solidFill>
                <a:latin typeface="Palatino" pitchFamily="18" charset="0"/>
                <a:cs typeface="Arial" charset="0"/>
              </a:defRPr>
            </a:lvl8pPr>
            <a:lvl9pPr marL="3886200" indent="-228600" eaLnBrk="0" fontAlgn="base" hangingPunct="0">
              <a:spcBef>
                <a:spcPct val="0"/>
              </a:spcBef>
              <a:spcAft>
                <a:spcPct val="0"/>
              </a:spcAft>
              <a:defRPr sz="2400">
                <a:solidFill>
                  <a:schemeClr val="tx1"/>
                </a:solidFill>
                <a:latin typeface="Palatino" pitchFamily="18" charset="0"/>
                <a:cs typeface="Arial" charset="0"/>
              </a:defRPr>
            </a:lvl9pPr>
          </a:lstStyle>
          <a:p>
            <a:pPr algn="ctr" rtl="1" eaLnBrk="1" hangingPunct="1"/>
            <a:r>
              <a:rPr lang="fa-IR" sz="1400" b="1" dirty="0">
                <a:solidFill>
                  <a:srgbClr val="1B46FD"/>
                </a:solidFill>
                <a:cs typeface="B Nazanin" panose="00000400000000000000" pitchFamily="2" charset="-78"/>
              </a:rPr>
              <a:t>کار ریسمان 1 اینجا تمام می‌شود و به طور کامل غیرفعال می‌شود</a:t>
            </a:r>
            <a:endParaRPr lang="en-US" sz="1400" b="1" dirty="0">
              <a:solidFill>
                <a:srgbClr val="1B46FD"/>
              </a:solidFill>
              <a:cs typeface="B Nazanin" panose="00000400000000000000" pitchFamily="2" charset="-78"/>
            </a:endParaRPr>
          </a:p>
        </p:txBody>
      </p:sp>
    </p:spTree>
    <p:extLst>
      <p:ext uri="{BB962C8B-B14F-4D97-AF65-F5344CB8AC3E}">
        <p14:creationId xmlns:p14="http://schemas.microsoft.com/office/powerpoint/2010/main" val="2006852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6"/>
          <p:cNvSpPr>
            <a:spLocks noGrp="1"/>
          </p:cNvSpPr>
          <p:nvPr>
            <p:ph type="title"/>
          </p:nvPr>
        </p:nvSpPr>
        <p:spPr/>
        <p:txBody>
          <a:bodyPr/>
          <a:lstStyle/>
          <a:p>
            <a:r>
              <a:rPr lang="fa-IR" dirty="0"/>
              <a:t>نحوه استفاده از اندیس نخ مهم است</a:t>
            </a:r>
            <a:endParaRPr lang="en-US" dirty="0"/>
          </a:p>
        </p:txBody>
      </p:sp>
      <p:sp>
        <p:nvSpPr>
          <p:cNvPr id="8" name="Content Placeholder 7"/>
          <p:cNvSpPr>
            <a:spLocks noGrp="1"/>
          </p:cNvSpPr>
          <p:nvPr>
            <p:ph sz="quarter" idx="1"/>
          </p:nvPr>
        </p:nvSpPr>
        <p:spPr/>
        <p:txBody>
          <a:bodyPr/>
          <a:lstStyle/>
          <a:p>
            <a:pPr>
              <a:defRPr/>
            </a:pPr>
            <a:r>
              <a:rPr lang="fa-IR" dirty="0"/>
              <a:t>نکته بسیار مهم در مثال قبل، این است که نحوه نگاشت شماره نخ به داده‌ها نقش بسیار مهمی در کارایی برنامه دارد.</a:t>
            </a:r>
          </a:p>
          <a:p>
            <a:pPr>
              <a:defRPr/>
            </a:pPr>
            <a:r>
              <a:rPr lang="fa-IR" dirty="0"/>
              <a:t>در برخی از الگوریتم‌ها، می‌توان با شیفت دادن اندیس واگرایی را بهبود داد.</a:t>
            </a:r>
            <a:endParaRPr lang="en-US" dirty="0"/>
          </a:p>
          <a:p>
            <a:pPr lvl="1">
              <a:defRPr/>
            </a:pPr>
            <a:r>
              <a:rPr lang="fa-IR" dirty="0"/>
              <a:t>جایی که از عملگرهای دارای خاصیت جابجایی و شرکت‌پذیری استفاده می‌شود و ترتیب اجرای آن مهم نیست (مثل جمع)</a:t>
            </a:r>
          </a:p>
          <a:p>
            <a:pPr marL="366713" lvl="1" indent="0" algn="l" rtl="0">
              <a:buNone/>
              <a:defRPr/>
            </a:pPr>
            <a:r>
              <a:rPr lang="en-US" dirty="0"/>
              <a:t>A+B = B+A</a:t>
            </a:r>
          </a:p>
          <a:p>
            <a:pPr marL="366713" lvl="1" indent="0" algn="l" rtl="0">
              <a:buNone/>
              <a:defRPr/>
            </a:pPr>
            <a:r>
              <a:rPr lang="en-US" dirty="0"/>
              <a:t>A+(B+C) = (A+B)+C</a:t>
            </a:r>
          </a:p>
          <a:p>
            <a:pPr>
              <a:defRPr/>
            </a:pPr>
            <a:endParaRPr lang="en-US" dirty="0"/>
          </a:p>
          <a:p>
            <a:pPr>
              <a:defRPr/>
            </a:pPr>
            <a:r>
              <a:rPr lang="fa-IR" dirty="0"/>
              <a:t>الگوریتم کاهش یکی از این الگوریتم‌ها است.</a:t>
            </a:r>
            <a:endParaRPr lang="en-US" dirty="0"/>
          </a:p>
          <a:p>
            <a:pPr>
              <a:defRPr/>
            </a:pPr>
            <a:endParaRPr lang="en-US" dirty="0"/>
          </a:p>
          <a:p>
            <a:pPr lvl="1">
              <a:defRPr/>
            </a:pPr>
            <a:endParaRPr lang="en-US" dirty="0"/>
          </a:p>
          <a:p>
            <a:pPr>
              <a:defRPr/>
            </a:pPr>
            <a:endParaRPr lang="en-US" dirty="0"/>
          </a:p>
        </p:txBody>
      </p:sp>
      <p:sp>
        <p:nvSpPr>
          <p:cNvPr id="2" name="Date Placeholder 1">
            <a:extLst>
              <a:ext uri="{FF2B5EF4-FFF2-40B4-BE49-F238E27FC236}">
                <a16:creationId xmlns:a16="http://schemas.microsoft.com/office/drawing/2014/main" id="{E9F46323-C93F-4221-A5A1-3A78819B789D}"/>
              </a:ext>
            </a:extLst>
          </p:cNvPr>
          <p:cNvSpPr>
            <a:spLocks noGrp="1"/>
          </p:cNvSpPr>
          <p:nvPr>
            <p:ph type="dt" sz="half" idx="10"/>
          </p:nvPr>
        </p:nvSpPr>
        <p:spPr/>
        <p:txBody>
          <a:bodyPr/>
          <a:lstStyle/>
          <a:p>
            <a:pPr>
              <a:defRPr/>
            </a:pPr>
            <a:r>
              <a:rPr lang="en-US" altLang="en-US"/>
              <a:t>برنامه‌نویسی چند‌هسته‌ای</a:t>
            </a:r>
          </a:p>
        </p:txBody>
      </p:sp>
      <p:sp>
        <p:nvSpPr>
          <p:cNvPr id="3" name="Footer Placeholder 2">
            <a:extLst>
              <a:ext uri="{FF2B5EF4-FFF2-40B4-BE49-F238E27FC236}">
                <a16:creationId xmlns:a16="http://schemas.microsoft.com/office/drawing/2014/main" id="{A92596C8-2EA3-480C-A9DD-EC002BAD9C70}"/>
              </a:ext>
            </a:extLst>
          </p:cNvPr>
          <p:cNvSpPr>
            <a:spLocks noGrp="1"/>
          </p:cNvSpPr>
          <p:nvPr>
            <p:ph type="ftr" sz="quarter" idx="11"/>
          </p:nvPr>
        </p:nvSpPr>
        <p:spPr/>
        <p:txBody>
          <a:bodyPr/>
          <a:lstStyle/>
          <a:p>
            <a:pPr>
              <a:defRPr/>
            </a:pPr>
            <a:r>
              <a:rPr lang="fa-IR" altLang="en-US" dirty="0"/>
              <a:t>8- برنامه‌نویسی پردازنده گرافیکی با </a:t>
            </a:r>
            <a:r>
              <a:rPr lang="en-US" altLang="en-US" dirty="0"/>
              <a:t>CUDA</a:t>
            </a:r>
          </a:p>
        </p:txBody>
      </p:sp>
      <p:sp>
        <p:nvSpPr>
          <p:cNvPr id="9" name="Slide Number Placeholder 5">
            <a:extLst>
              <a:ext uri="{FF2B5EF4-FFF2-40B4-BE49-F238E27FC236}">
                <a16:creationId xmlns:a16="http://schemas.microsoft.com/office/drawing/2014/main" id="{EC793482-761E-4B4A-853F-CFE19F1D5DA5}"/>
              </a:ext>
            </a:extLst>
          </p:cNvPr>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10</a:t>
            </a:fld>
            <a:endParaRPr lang="en-US"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fa-IR" dirty="0"/>
              <a:t>ایده برای بهبود بهره‌وری منابع</a:t>
            </a:r>
            <a:endParaRPr lang="en-US" dirty="0"/>
          </a:p>
        </p:txBody>
      </p:sp>
      <p:sp>
        <p:nvSpPr>
          <p:cNvPr id="21507" name="Content Placeholder 2"/>
          <p:cNvSpPr>
            <a:spLocks noGrp="1"/>
          </p:cNvSpPr>
          <p:nvPr>
            <p:ph sz="quarter" idx="1"/>
          </p:nvPr>
        </p:nvSpPr>
        <p:spPr/>
        <p:txBody>
          <a:bodyPr/>
          <a:lstStyle/>
          <a:p>
            <a:r>
              <a:rPr lang="fa-IR" dirty="0"/>
              <a:t>برای بهبود الگوریتم قبلی، می‌توان در هر مرحله از کاهش، حاصل‌جمع‌های جزئی را در مکان‌های ابتدایی آرایه </a:t>
            </a:r>
            <a:r>
              <a:rPr lang="en-US" sz="2400" dirty="0" err="1"/>
              <a:t>partialSum</a:t>
            </a:r>
            <a:r>
              <a:rPr lang="en-US" sz="2400" dirty="0"/>
              <a:t>[]</a:t>
            </a:r>
            <a:r>
              <a:rPr lang="fa-IR" sz="2400" dirty="0"/>
              <a:t> </a:t>
            </a:r>
            <a:r>
              <a:rPr lang="fa-IR" dirty="0"/>
              <a:t>ذخیره کرد.</a:t>
            </a:r>
            <a:endParaRPr lang="en-US" dirty="0"/>
          </a:p>
          <a:p>
            <a:endParaRPr lang="en-US" dirty="0"/>
          </a:p>
          <a:p>
            <a:r>
              <a:rPr lang="fa-IR" dirty="0"/>
              <a:t>با اینکار، نخ‌های فعال پشت سر هم خواهند بود.</a:t>
            </a:r>
            <a:endParaRPr lang="en-US" dirty="0"/>
          </a:p>
        </p:txBody>
      </p:sp>
      <p:sp>
        <p:nvSpPr>
          <p:cNvPr id="2" name="Date Placeholder 1">
            <a:extLst>
              <a:ext uri="{FF2B5EF4-FFF2-40B4-BE49-F238E27FC236}">
                <a16:creationId xmlns:a16="http://schemas.microsoft.com/office/drawing/2014/main" id="{3A5E3724-440B-4867-A1AC-4726B44A3D1C}"/>
              </a:ext>
            </a:extLst>
          </p:cNvPr>
          <p:cNvSpPr>
            <a:spLocks noGrp="1"/>
          </p:cNvSpPr>
          <p:nvPr>
            <p:ph type="dt" sz="half" idx="10"/>
          </p:nvPr>
        </p:nvSpPr>
        <p:spPr/>
        <p:txBody>
          <a:bodyPr/>
          <a:lstStyle/>
          <a:p>
            <a:pPr>
              <a:defRPr/>
            </a:pPr>
            <a:r>
              <a:rPr lang="en-US" altLang="en-US"/>
              <a:t>برنامه‌نویسی چند‌هسته‌ای</a:t>
            </a:r>
          </a:p>
        </p:txBody>
      </p:sp>
      <p:sp>
        <p:nvSpPr>
          <p:cNvPr id="3" name="Footer Placeholder 2">
            <a:extLst>
              <a:ext uri="{FF2B5EF4-FFF2-40B4-BE49-F238E27FC236}">
                <a16:creationId xmlns:a16="http://schemas.microsoft.com/office/drawing/2014/main" id="{65B33A00-DE5E-4365-9A48-EAD1968A549F}"/>
              </a:ext>
            </a:extLst>
          </p:cNvPr>
          <p:cNvSpPr>
            <a:spLocks noGrp="1"/>
          </p:cNvSpPr>
          <p:nvPr>
            <p:ph type="ftr" sz="quarter" idx="11"/>
          </p:nvPr>
        </p:nvSpPr>
        <p:spPr/>
        <p:txBody>
          <a:bodyPr/>
          <a:lstStyle/>
          <a:p>
            <a:pPr>
              <a:defRPr/>
            </a:pPr>
            <a:r>
              <a:rPr lang="fa-IR" altLang="en-US"/>
              <a:t>8- برنامه‌نویسی پردازنده گرافیکی با </a:t>
            </a:r>
            <a:r>
              <a:rPr lang="en-US" altLang="en-US"/>
              <a:t>CUDA</a:t>
            </a:r>
            <a:endParaRPr lang="en-US" altLang="en-US" dirty="0"/>
          </a:p>
        </p:txBody>
      </p:sp>
      <p:sp>
        <p:nvSpPr>
          <p:cNvPr id="8" name="Slide Number Placeholder 5">
            <a:extLst>
              <a:ext uri="{FF2B5EF4-FFF2-40B4-BE49-F238E27FC236}">
                <a16:creationId xmlns:a16="http://schemas.microsoft.com/office/drawing/2014/main" id="{B9837C24-DDC4-44B4-952A-BCD58CD4A7D3}"/>
              </a:ext>
            </a:extLst>
          </p:cNvPr>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11</a:t>
            </a:fld>
            <a:endParaRPr lang="en-US"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45" name="Rectangle 4"/>
          <p:cNvSpPr>
            <a:spLocks noGrp="1" noChangeArrowheads="1"/>
          </p:cNvSpPr>
          <p:nvPr>
            <p:ph type="title"/>
          </p:nvPr>
        </p:nvSpPr>
        <p:spPr/>
        <p:txBody>
          <a:bodyPr/>
          <a:lstStyle/>
          <a:p>
            <a:pPr eaLnBrk="1" hangingPunct="1"/>
            <a:r>
              <a:rPr lang="fa-IR" dirty="0"/>
              <a:t>مثالی از بلوک 16 نخی و </a:t>
            </a:r>
            <a:r>
              <a:rPr lang="en-US" dirty="0" err="1"/>
              <a:t>warpsize</a:t>
            </a:r>
            <a:r>
              <a:rPr lang="en-US" dirty="0"/>
              <a:t>=2</a:t>
            </a:r>
          </a:p>
        </p:txBody>
      </p:sp>
      <p:sp>
        <p:nvSpPr>
          <p:cNvPr id="4" name="Content Placeholder 3">
            <a:extLst>
              <a:ext uri="{FF2B5EF4-FFF2-40B4-BE49-F238E27FC236}">
                <a16:creationId xmlns:a16="http://schemas.microsoft.com/office/drawing/2014/main" id="{CCD92842-3D9E-4A69-8613-AAED53046370}"/>
              </a:ext>
            </a:extLst>
          </p:cNvPr>
          <p:cNvSpPr>
            <a:spLocks noGrp="1"/>
          </p:cNvSpPr>
          <p:nvPr>
            <p:ph sz="quarter" idx="1"/>
          </p:nvPr>
        </p:nvSpPr>
        <p:spPr>
          <a:xfrm>
            <a:off x="612648" y="1447800"/>
            <a:ext cx="8153400" cy="4876800"/>
          </a:xfrm>
        </p:spPr>
        <p:txBody>
          <a:bodyPr/>
          <a:lstStyle/>
          <a:p>
            <a:endParaRPr lang="en-US"/>
          </a:p>
        </p:txBody>
      </p:sp>
      <p:sp>
        <p:nvSpPr>
          <p:cNvPr id="2" name="Date Placeholder 1">
            <a:extLst>
              <a:ext uri="{FF2B5EF4-FFF2-40B4-BE49-F238E27FC236}">
                <a16:creationId xmlns:a16="http://schemas.microsoft.com/office/drawing/2014/main" id="{73887C48-CDF7-4946-9440-9CBB06DB0950}"/>
              </a:ext>
            </a:extLst>
          </p:cNvPr>
          <p:cNvSpPr>
            <a:spLocks noGrp="1"/>
          </p:cNvSpPr>
          <p:nvPr>
            <p:ph type="dt" sz="half" idx="10"/>
          </p:nvPr>
        </p:nvSpPr>
        <p:spPr/>
        <p:txBody>
          <a:bodyPr/>
          <a:lstStyle/>
          <a:p>
            <a:pPr>
              <a:defRPr/>
            </a:pPr>
            <a:r>
              <a:rPr lang="en-US" altLang="en-US" dirty="0" err="1">
                <a:cs typeface="B Nazanin" panose="00000400000000000000" pitchFamily="2" charset="-78"/>
              </a:rPr>
              <a:t>برنامه‌نویسی</a:t>
            </a:r>
            <a:r>
              <a:rPr lang="en-US" altLang="en-US" dirty="0">
                <a:cs typeface="B Nazanin" panose="00000400000000000000" pitchFamily="2" charset="-78"/>
              </a:rPr>
              <a:t> </a:t>
            </a:r>
            <a:r>
              <a:rPr lang="en-US" altLang="en-US" dirty="0" err="1">
                <a:cs typeface="B Nazanin" panose="00000400000000000000" pitchFamily="2" charset="-78"/>
              </a:rPr>
              <a:t>چند‌هسته‌ای</a:t>
            </a:r>
            <a:endParaRPr lang="en-US" altLang="en-US" dirty="0">
              <a:cs typeface="B Nazanin" panose="00000400000000000000" pitchFamily="2" charset="-78"/>
            </a:endParaRPr>
          </a:p>
        </p:txBody>
      </p:sp>
      <p:sp>
        <p:nvSpPr>
          <p:cNvPr id="3" name="Footer Placeholder 2">
            <a:extLst>
              <a:ext uri="{FF2B5EF4-FFF2-40B4-BE49-F238E27FC236}">
                <a16:creationId xmlns:a16="http://schemas.microsoft.com/office/drawing/2014/main" id="{7439B65A-9448-4908-B6E2-649ED806D4C7}"/>
              </a:ext>
            </a:extLst>
          </p:cNvPr>
          <p:cNvSpPr>
            <a:spLocks noGrp="1"/>
          </p:cNvSpPr>
          <p:nvPr>
            <p:ph type="ftr" sz="quarter" idx="11"/>
          </p:nvPr>
        </p:nvSpPr>
        <p:spPr/>
        <p:txBody>
          <a:bodyPr/>
          <a:lstStyle/>
          <a:p>
            <a:pPr rtl="1">
              <a:defRPr/>
            </a:pPr>
            <a:r>
              <a:rPr lang="fa-IR" altLang="en-US" dirty="0">
                <a:cs typeface="B Nazanin" panose="00000400000000000000" pitchFamily="2" charset="-78"/>
              </a:rPr>
              <a:t>8- برنامه‌نویسی پردازنده گرافیکی با </a:t>
            </a:r>
            <a:r>
              <a:rPr lang="en-US" altLang="en-US" dirty="0">
                <a:cs typeface="B Nazanin" panose="00000400000000000000" pitchFamily="2" charset="-78"/>
              </a:rPr>
              <a:t>CUDA</a:t>
            </a:r>
          </a:p>
        </p:txBody>
      </p:sp>
      <p:sp>
        <p:nvSpPr>
          <p:cNvPr id="97" name="Slide Number Placeholder 3"/>
          <p:cNvSpPr>
            <a:spLocks noGrp="1"/>
          </p:cNvSpPr>
          <p:nvPr>
            <p:ph type="sldNum" sz="quarter" idx="12"/>
          </p:nvPr>
        </p:nvSpPr>
        <p:spPr/>
        <p:txBody>
          <a:bodyPr>
            <a:normAutofit fontScale="85000" lnSpcReduction="20000"/>
          </a:bodyPr>
          <a:lstStyle/>
          <a:p>
            <a:pPr>
              <a:defRPr/>
            </a:pPr>
            <a:fld id="{A26C5C33-B28C-43B1-938A-A2001E61B3B2}" type="slidenum">
              <a:rPr lang="en-US"/>
              <a:pPr>
                <a:defRPr/>
              </a:pPr>
              <a:t>12</a:t>
            </a:fld>
            <a:endParaRPr lang="en-US"/>
          </a:p>
        </p:txBody>
      </p:sp>
      <p:sp>
        <p:nvSpPr>
          <p:cNvPr id="98" name="Slide Number Placeholder 5">
            <a:extLst>
              <a:ext uri="{FF2B5EF4-FFF2-40B4-BE49-F238E27FC236}">
                <a16:creationId xmlns:a16="http://schemas.microsoft.com/office/drawing/2014/main" id="{46178428-B594-4621-B37E-C37983DA5375}"/>
              </a:ext>
            </a:extLst>
          </p:cNvPr>
          <p:cNvSpPr>
            <a:spLocks noGrp="1"/>
          </p:cNvSpPr>
          <p:nvPr>
            <p:ph type="sldNum" sz="quarter" idx="4294967295"/>
          </p:nvPr>
        </p:nvSpPr>
        <p:spPr>
          <a:xfrm>
            <a:off x="0" y="6329363"/>
            <a:ext cx="533400" cy="244475"/>
          </a:xfrm>
        </p:spPr>
        <p:txBody>
          <a:bodyPr>
            <a:normAutofit fontScale="85000" lnSpcReduction="20000"/>
          </a:bodyPr>
          <a:lstStyle/>
          <a:p>
            <a:pPr>
              <a:defRPr/>
            </a:pPr>
            <a:fld id="{F8A5C899-0CF2-4984-AB7A-C737EF720B98}" type="slidenum">
              <a:rPr lang="en-US" altLang="en-US" smtClean="0"/>
              <a:pPr>
                <a:defRPr/>
              </a:pPr>
              <a:t>12</a:t>
            </a:fld>
            <a:endParaRPr lang="en-US" altLang="en-US" dirty="0"/>
          </a:p>
        </p:txBody>
      </p:sp>
      <p:sp>
        <p:nvSpPr>
          <p:cNvPr id="22532" name="Rectangle 88"/>
          <p:cNvSpPr>
            <a:spLocks noChangeArrowheads="1"/>
          </p:cNvSpPr>
          <p:nvPr/>
        </p:nvSpPr>
        <p:spPr bwMode="auto">
          <a:xfrm>
            <a:off x="8229600" y="1676400"/>
            <a:ext cx="685800" cy="4572000"/>
          </a:xfrm>
          <a:prstGeom prst="rect">
            <a:avLst/>
          </a:prstGeom>
          <a:solidFill>
            <a:srgbClr val="00FF00"/>
          </a:solidFill>
          <a:ln w="9525">
            <a:solidFill>
              <a:schemeClr val="tx1"/>
            </a:solidFill>
            <a:miter lim="800000"/>
            <a:headEnd/>
            <a:tailEnd/>
          </a:ln>
        </p:spPr>
        <p:txBody>
          <a:bodyPr wrap="none" anchor="ctr"/>
          <a:lstStyle/>
          <a:p>
            <a:endParaRPr lang="en-US"/>
          </a:p>
        </p:txBody>
      </p:sp>
      <p:sp>
        <p:nvSpPr>
          <p:cNvPr id="22533" name="Rectangle 89"/>
          <p:cNvSpPr>
            <a:spLocks noChangeArrowheads="1"/>
          </p:cNvSpPr>
          <p:nvPr/>
        </p:nvSpPr>
        <p:spPr bwMode="auto">
          <a:xfrm>
            <a:off x="7543800" y="1676400"/>
            <a:ext cx="685800" cy="4572000"/>
          </a:xfrm>
          <a:prstGeom prst="rect">
            <a:avLst/>
          </a:prstGeom>
          <a:solidFill>
            <a:srgbClr val="00FF00"/>
          </a:solidFill>
          <a:ln w="9525">
            <a:solidFill>
              <a:schemeClr val="tx1"/>
            </a:solidFill>
            <a:miter lim="800000"/>
            <a:headEnd/>
            <a:tailEnd/>
          </a:ln>
        </p:spPr>
        <p:txBody>
          <a:bodyPr wrap="none" anchor="ctr"/>
          <a:lstStyle/>
          <a:p>
            <a:endParaRPr lang="en-US"/>
          </a:p>
        </p:txBody>
      </p:sp>
      <p:sp>
        <p:nvSpPr>
          <p:cNvPr id="22534" name="Rectangle 90"/>
          <p:cNvSpPr>
            <a:spLocks noChangeArrowheads="1"/>
          </p:cNvSpPr>
          <p:nvPr/>
        </p:nvSpPr>
        <p:spPr bwMode="auto">
          <a:xfrm>
            <a:off x="6858000" y="1676400"/>
            <a:ext cx="685800" cy="4572000"/>
          </a:xfrm>
          <a:prstGeom prst="rect">
            <a:avLst/>
          </a:prstGeom>
          <a:solidFill>
            <a:srgbClr val="00FF00"/>
          </a:solidFill>
          <a:ln w="9525">
            <a:solidFill>
              <a:schemeClr val="tx1"/>
            </a:solidFill>
            <a:miter lim="800000"/>
            <a:headEnd/>
            <a:tailEnd/>
          </a:ln>
        </p:spPr>
        <p:txBody>
          <a:bodyPr wrap="none" anchor="ctr"/>
          <a:lstStyle/>
          <a:p>
            <a:endParaRPr lang="en-US"/>
          </a:p>
        </p:txBody>
      </p:sp>
      <p:sp>
        <p:nvSpPr>
          <p:cNvPr id="22535" name="Rectangle 91"/>
          <p:cNvSpPr>
            <a:spLocks noChangeArrowheads="1"/>
          </p:cNvSpPr>
          <p:nvPr/>
        </p:nvSpPr>
        <p:spPr bwMode="auto">
          <a:xfrm>
            <a:off x="6172200" y="1676400"/>
            <a:ext cx="685800" cy="4572000"/>
          </a:xfrm>
          <a:prstGeom prst="rect">
            <a:avLst/>
          </a:prstGeom>
          <a:solidFill>
            <a:srgbClr val="00FF00"/>
          </a:solidFill>
          <a:ln w="9525">
            <a:solidFill>
              <a:schemeClr val="tx1"/>
            </a:solidFill>
            <a:miter lim="800000"/>
            <a:headEnd/>
            <a:tailEnd/>
          </a:ln>
        </p:spPr>
        <p:txBody>
          <a:bodyPr wrap="none" anchor="ctr"/>
          <a:lstStyle/>
          <a:p>
            <a:endParaRPr lang="en-US"/>
          </a:p>
        </p:txBody>
      </p:sp>
      <p:sp>
        <p:nvSpPr>
          <p:cNvPr id="22536" name="Rectangle 85"/>
          <p:cNvSpPr>
            <a:spLocks noChangeArrowheads="1"/>
          </p:cNvSpPr>
          <p:nvPr/>
        </p:nvSpPr>
        <p:spPr bwMode="auto">
          <a:xfrm>
            <a:off x="4114800" y="1676400"/>
            <a:ext cx="685800" cy="4572000"/>
          </a:xfrm>
          <a:prstGeom prst="rect">
            <a:avLst/>
          </a:prstGeom>
          <a:solidFill>
            <a:srgbClr val="FF6600"/>
          </a:solidFill>
          <a:ln w="9525">
            <a:solidFill>
              <a:schemeClr val="tx1"/>
            </a:solidFill>
            <a:miter lim="800000"/>
            <a:headEnd/>
            <a:tailEnd/>
          </a:ln>
        </p:spPr>
        <p:txBody>
          <a:bodyPr wrap="none" anchor="ctr"/>
          <a:lstStyle/>
          <a:p>
            <a:pPr algn="ctr"/>
            <a:endParaRPr lang="en-US" sz="1600"/>
          </a:p>
        </p:txBody>
      </p:sp>
      <p:sp>
        <p:nvSpPr>
          <p:cNvPr id="22537" name="Rectangle 86"/>
          <p:cNvSpPr>
            <a:spLocks noChangeArrowheads="1"/>
          </p:cNvSpPr>
          <p:nvPr/>
        </p:nvSpPr>
        <p:spPr bwMode="auto">
          <a:xfrm>
            <a:off x="4800600" y="1676400"/>
            <a:ext cx="685800" cy="4572000"/>
          </a:xfrm>
          <a:prstGeom prst="rect">
            <a:avLst/>
          </a:prstGeom>
          <a:solidFill>
            <a:srgbClr val="FF6600"/>
          </a:solidFill>
          <a:ln w="9525">
            <a:solidFill>
              <a:schemeClr val="tx1"/>
            </a:solidFill>
            <a:miter lim="800000"/>
            <a:headEnd/>
            <a:tailEnd/>
          </a:ln>
        </p:spPr>
        <p:txBody>
          <a:bodyPr wrap="none" anchor="ctr"/>
          <a:lstStyle/>
          <a:p>
            <a:pPr algn="ctr"/>
            <a:endParaRPr lang="en-US" sz="1600"/>
          </a:p>
        </p:txBody>
      </p:sp>
      <p:sp>
        <p:nvSpPr>
          <p:cNvPr id="22538" name="Rectangle 87"/>
          <p:cNvSpPr>
            <a:spLocks noChangeArrowheads="1"/>
          </p:cNvSpPr>
          <p:nvPr/>
        </p:nvSpPr>
        <p:spPr bwMode="auto">
          <a:xfrm>
            <a:off x="5486400" y="1676400"/>
            <a:ext cx="685800" cy="4572000"/>
          </a:xfrm>
          <a:prstGeom prst="rect">
            <a:avLst/>
          </a:prstGeom>
          <a:solidFill>
            <a:srgbClr val="FF6600"/>
          </a:solidFill>
          <a:ln w="9525">
            <a:solidFill>
              <a:schemeClr val="tx1"/>
            </a:solidFill>
            <a:miter lim="800000"/>
            <a:headEnd/>
            <a:tailEnd/>
          </a:ln>
        </p:spPr>
        <p:txBody>
          <a:bodyPr wrap="none" anchor="ctr"/>
          <a:lstStyle/>
          <a:p>
            <a:pPr algn="ctr"/>
            <a:endParaRPr lang="en-US" sz="1600"/>
          </a:p>
        </p:txBody>
      </p:sp>
      <p:sp>
        <p:nvSpPr>
          <p:cNvPr id="22539" name="Rectangle 81"/>
          <p:cNvSpPr>
            <a:spLocks noChangeArrowheads="1"/>
          </p:cNvSpPr>
          <p:nvPr/>
        </p:nvSpPr>
        <p:spPr bwMode="auto">
          <a:xfrm>
            <a:off x="1371600" y="1676400"/>
            <a:ext cx="685800" cy="4572000"/>
          </a:xfrm>
          <a:prstGeom prst="rect">
            <a:avLst/>
          </a:prstGeom>
          <a:solidFill>
            <a:srgbClr val="FF6600"/>
          </a:solidFill>
          <a:ln w="9525">
            <a:solidFill>
              <a:schemeClr val="tx1"/>
            </a:solidFill>
            <a:miter lim="800000"/>
            <a:headEnd/>
            <a:tailEnd/>
          </a:ln>
        </p:spPr>
        <p:txBody>
          <a:bodyPr wrap="none" anchor="ctr"/>
          <a:lstStyle/>
          <a:p>
            <a:pPr algn="ctr"/>
            <a:endParaRPr lang="en-US" sz="1600"/>
          </a:p>
        </p:txBody>
      </p:sp>
      <p:sp>
        <p:nvSpPr>
          <p:cNvPr id="22540" name="Rectangle 82"/>
          <p:cNvSpPr>
            <a:spLocks noChangeArrowheads="1"/>
          </p:cNvSpPr>
          <p:nvPr/>
        </p:nvSpPr>
        <p:spPr bwMode="auto">
          <a:xfrm>
            <a:off x="2057400" y="1676400"/>
            <a:ext cx="685800" cy="4572000"/>
          </a:xfrm>
          <a:prstGeom prst="rect">
            <a:avLst/>
          </a:prstGeom>
          <a:solidFill>
            <a:srgbClr val="FF6600"/>
          </a:solidFill>
          <a:ln w="9525">
            <a:solidFill>
              <a:schemeClr val="tx1"/>
            </a:solidFill>
            <a:miter lim="800000"/>
            <a:headEnd/>
            <a:tailEnd/>
          </a:ln>
        </p:spPr>
        <p:txBody>
          <a:bodyPr wrap="none" anchor="ctr"/>
          <a:lstStyle/>
          <a:p>
            <a:pPr algn="ctr"/>
            <a:endParaRPr lang="en-US" sz="1600"/>
          </a:p>
        </p:txBody>
      </p:sp>
      <p:sp>
        <p:nvSpPr>
          <p:cNvPr id="22541" name="Rectangle 83"/>
          <p:cNvSpPr>
            <a:spLocks noChangeArrowheads="1"/>
          </p:cNvSpPr>
          <p:nvPr/>
        </p:nvSpPr>
        <p:spPr bwMode="auto">
          <a:xfrm>
            <a:off x="2743200" y="1676400"/>
            <a:ext cx="685800" cy="4572000"/>
          </a:xfrm>
          <a:prstGeom prst="rect">
            <a:avLst/>
          </a:prstGeom>
          <a:solidFill>
            <a:srgbClr val="FF6600"/>
          </a:solidFill>
          <a:ln w="9525">
            <a:solidFill>
              <a:schemeClr val="tx1"/>
            </a:solidFill>
            <a:miter lim="800000"/>
            <a:headEnd/>
            <a:tailEnd/>
          </a:ln>
        </p:spPr>
        <p:txBody>
          <a:bodyPr wrap="none" anchor="ctr"/>
          <a:lstStyle/>
          <a:p>
            <a:pPr algn="ctr"/>
            <a:endParaRPr lang="en-US" sz="1600"/>
          </a:p>
        </p:txBody>
      </p:sp>
      <p:sp>
        <p:nvSpPr>
          <p:cNvPr id="22542" name="Rectangle 84"/>
          <p:cNvSpPr>
            <a:spLocks noChangeArrowheads="1"/>
          </p:cNvSpPr>
          <p:nvPr/>
        </p:nvSpPr>
        <p:spPr bwMode="auto">
          <a:xfrm>
            <a:off x="3429000" y="1676400"/>
            <a:ext cx="685800" cy="4572000"/>
          </a:xfrm>
          <a:prstGeom prst="rect">
            <a:avLst/>
          </a:prstGeom>
          <a:solidFill>
            <a:srgbClr val="FF6600"/>
          </a:solidFill>
          <a:ln w="9525">
            <a:solidFill>
              <a:schemeClr val="tx1"/>
            </a:solidFill>
            <a:miter lim="800000"/>
            <a:headEnd/>
            <a:tailEnd/>
          </a:ln>
        </p:spPr>
        <p:txBody>
          <a:bodyPr wrap="none" anchor="ctr"/>
          <a:lstStyle/>
          <a:p>
            <a:pPr algn="ctr"/>
            <a:endParaRPr lang="en-US" sz="1600"/>
          </a:p>
        </p:txBody>
      </p:sp>
      <p:sp>
        <p:nvSpPr>
          <p:cNvPr id="22543" name="Rectangle 2"/>
          <p:cNvSpPr>
            <a:spLocks noChangeArrowheads="1"/>
          </p:cNvSpPr>
          <p:nvPr/>
        </p:nvSpPr>
        <p:spPr bwMode="auto">
          <a:xfrm>
            <a:off x="685800" y="1676400"/>
            <a:ext cx="685800" cy="4572000"/>
          </a:xfrm>
          <a:prstGeom prst="rect">
            <a:avLst/>
          </a:prstGeom>
          <a:solidFill>
            <a:srgbClr val="FF6600"/>
          </a:solidFill>
          <a:ln w="9525">
            <a:solidFill>
              <a:schemeClr val="tx1"/>
            </a:solidFill>
            <a:miter lim="800000"/>
            <a:headEnd/>
            <a:tailEnd/>
          </a:ln>
        </p:spPr>
        <p:txBody>
          <a:bodyPr wrap="none" anchor="ctr"/>
          <a:lstStyle/>
          <a:p>
            <a:pPr algn="ctr"/>
            <a:endParaRPr lang="en-US" sz="1600"/>
          </a:p>
        </p:txBody>
      </p:sp>
      <p:sp>
        <p:nvSpPr>
          <p:cNvPr id="22544" name="Text Box 3"/>
          <p:cNvSpPr txBox="1">
            <a:spLocks noChangeArrowheads="1"/>
          </p:cNvSpPr>
          <p:nvPr/>
        </p:nvSpPr>
        <p:spPr bwMode="auto">
          <a:xfrm>
            <a:off x="762000" y="1399401"/>
            <a:ext cx="43954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Palatino" pitchFamily="18" charset="0"/>
                <a:cs typeface="Arial" charset="0"/>
              </a:defRPr>
            </a:lvl1pPr>
            <a:lvl2pPr marL="742950" indent="-285750" eaLnBrk="0" hangingPunct="0">
              <a:defRPr sz="2400">
                <a:solidFill>
                  <a:schemeClr val="tx1"/>
                </a:solidFill>
                <a:latin typeface="Palatino" pitchFamily="18" charset="0"/>
                <a:cs typeface="Arial" charset="0"/>
              </a:defRPr>
            </a:lvl2pPr>
            <a:lvl3pPr marL="1143000" indent="-228600" eaLnBrk="0" hangingPunct="0">
              <a:defRPr sz="2400">
                <a:solidFill>
                  <a:schemeClr val="tx1"/>
                </a:solidFill>
                <a:latin typeface="Palatino" pitchFamily="18" charset="0"/>
                <a:cs typeface="Arial" charset="0"/>
              </a:defRPr>
            </a:lvl3pPr>
            <a:lvl4pPr marL="1600200" indent="-228600" eaLnBrk="0" hangingPunct="0">
              <a:defRPr sz="2400">
                <a:solidFill>
                  <a:schemeClr val="tx1"/>
                </a:solidFill>
                <a:latin typeface="Palatino" pitchFamily="18" charset="0"/>
                <a:cs typeface="Arial" charset="0"/>
              </a:defRPr>
            </a:lvl4pPr>
            <a:lvl5pPr marL="2057400" indent="-228600" eaLnBrk="0" hangingPunct="0">
              <a:defRPr sz="2400">
                <a:solidFill>
                  <a:schemeClr val="tx1"/>
                </a:solidFill>
                <a:latin typeface="Palatino" pitchFamily="18" charset="0"/>
                <a:cs typeface="Arial" charset="0"/>
              </a:defRPr>
            </a:lvl5pPr>
            <a:lvl6pPr marL="2514600" indent="-228600" eaLnBrk="0" fontAlgn="base" hangingPunct="0">
              <a:spcBef>
                <a:spcPct val="0"/>
              </a:spcBef>
              <a:spcAft>
                <a:spcPct val="0"/>
              </a:spcAft>
              <a:defRPr sz="2400">
                <a:solidFill>
                  <a:schemeClr val="tx1"/>
                </a:solidFill>
                <a:latin typeface="Palatino" pitchFamily="18" charset="0"/>
                <a:cs typeface="Arial" charset="0"/>
              </a:defRPr>
            </a:lvl6pPr>
            <a:lvl7pPr marL="2971800" indent="-228600" eaLnBrk="0" fontAlgn="base" hangingPunct="0">
              <a:spcBef>
                <a:spcPct val="0"/>
              </a:spcBef>
              <a:spcAft>
                <a:spcPct val="0"/>
              </a:spcAft>
              <a:defRPr sz="2400">
                <a:solidFill>
                  <a:schemeClr val="tx1"/>
                </a:solidFill>
                <a:latin typeface="Palatino" pitchFamily="18" charset="0"/>
                <a:cs typeface="Arial" charset="0"/>
              </a:defRPr>
            </a:lvl7pPr>
            <a:lvl8pPr marL="3429000" indent="-228600" eaLnBrk="0" fontAlgn="base" hangingPunct="0">
              <a:spcBef>
                <a:spcPct val="0"/>
              </a:spcBef>
              <a:spcAft>
                <a:spcPct val="0"/>
              </a:spcAft>
              <a:defRPr sz="2400">
                <a:solidFill>
                  <a:schemeClr val="tx1"/>
                </a:solidFill>
                <a:latin typeface="Palatino" pitchFamily="18" charset="0"/>
                <a:cs typeface="Arial" charset="0"/>
              </a:defRPr>
            </a:lvl8pPr>
            <a:lvl9pPr marL="3886200" indent="-228600" eaLnBrk="0" fontAlgn="base" hangingPunct="0">
              <a:spcBef>
                <a:spcPct val="0"/>
              </a:spcBef>
              <a:spcAft>
                <a:spcPct val="0"/>
              </a:spcAft>
              <a:defRPr sz="2400">
                <a:solidFill>
                  <a:schemeClr val="tx1"/>
                </a:solidFill>
                <a:latin typeface="Palatino" pitchFamily="18" charset="0"/>
                <a:cs typeface="Arial" charset="0"/>
              </a:defRPr>
            </a:lvl9pPr>
          </a:lstStyle>
          <a:p>
            <a:pPr eaLnBrk="1" hangingPunct="1"/>
            <a:r>
              <a:rPr lang="fa-IR" sz="1400" b="1" dirty="0">
                <a:cs typeface="B Nazanin" panose="00000400000000000000" pitchFamily="2" charset="-78"/>
              </a:rPr>
              <a:t>نخ 0</a:t>
            </a:r>
            <a:endParaRPr lang="en-US" sz="1400" b="1" dirty="0">
              <a:cs typeface="B Nazanin" panose="00000400000000000000" pitchFamily="2" charset="-78"/>
            </a:endParaRPr>
          </a:p>
        </p:txBody>
      </p:sp>
      <p:sp>
        <p:nvSpPr>
          <p:cNvPr id="22546" name="Rectangle 5"/>
          <p:cNvSpPr>
            <a:spLocks noChangeArrowheads="1"/>
          </p:cNvSpPr>
          <p:nvPr/>
        </p:nvSpPr>
        <p:spPr bwMode="auto">
          <a:xfrm>
            <a:off x="685800" y="2133600"/>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a:t>0</a:t>
            </a:r>
          </a:p>
        </p:txBody>
      </p:sp>
      <p:sp>
        <p:nvSpPr>
          <p:cNvPr id="22547" name="Rectangle 6"/>
          <p:cNvSpPr>
            <a:spLocks noChangeArrowheads="1"/>
          </p:cNvSpPr>
          <p:nvPr/>
        </p:nvSpPr>
        <p:spPr bwMode="auto">
          <a:xfrm>
            <a:off x="1371600" y="2133600"/>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a:t>1</a:t>
            </a:r>
          </a:p>
        </p:txBody>
      </p:sp>
      <p:sp>
        <p:nvSpPr>
          <p:cNvPr id="22548" name="Rectangle 7"/>
          <p:cNvSpPr>
            <a:spLocks noChangeArrowheads="1"/>
          </p:cNvSpPr>
          <p:nvPr/>
        </p:nvSpPr>
        <p:spPr bwMode="auto">
          <a:xfrm>
            <a:off x="2057400" y="2133600"/>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a:t>2</a:t>
            </a:r>
          </a:p>
        </p:txBody>
      </p:sp>
      <p:sp>
        <p:nvSpPr>
          <p:cNvPr id="22549" name="Rectangle 8"/>
          <p:cNvSpPr>
            <a:spLocks noChangeArrowheads="1"/>
          </p:cNvSpPr>
          <p:nvPr/>
        </p:nvSpPr>
        <p:spPr bwMode="auto">
          <a:xfrm>
            <a:off x="2743200" y="2133600"/>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a:t>3</a:t>
            </a:r>
          </a:p>
        </p:txBody>
      </p:sp>
      <p:sp>
        <p:nvSpPr>
          <p:cNvPr id="22550" name="Rectangle 9"/>
          <p:cNvSpPr>
            <a:spLocks noChangeArrowheads="1"/>
          </p:cNvSpPr>
          <p:nvPr/>
        </p:nvSpPr>
        <p:spPr bwMode="auto">
          <a:xfrm>
            <a:off x="3429000" y="2133600"/>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b="1"/>
              <a:t>…</a:t>
            </a:r>
          </a:p>
        </p:txBody>
      </p:sp>
      <p:sp>
        <p:nvSpPr>
          <p:cNvPr id="22551" name="Rectangle 10"/>
          <p:cNvSpPr>
            <a:spLocks noChangeArrowheads="1"/>
          </p:cNvSpPr>
          <p:nvPr/>
        </p:nvSpPr>
        <p:spPr bwMode="auto">
          <a:xfrm>
            <a:off x="4114800" y="2133600"/>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a:t>13</a:t>
            </a:r>
          </a:p>
        </p:txBody>
      </p:sp>
      <p:sp>
        <p:nvSpPr>
          <p:cNvPr id="22552" name="Rectangle 11"/>
          <p:cNvSpPr>
            <a:spLocks noChangeArrowheads="1"/>
          </p:cNvSpPr>
          <p:nvPr/>
        </p:nvSpPr>
        <p:spPr bwMode="auto">
          <a:xfrm>
            <a:off x="5486400" y="2133600"/>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a:t>15</a:t>
            </a:r>
          </a:p>
        </p:txBody>
      </p:sp>
      <p:sp>
        <p:nvSpPr>
          <p:cNvPr id="22553" name="Rectangle 12"/>
          <p:cNvSpPr>
            <a:spLocks noChangeArrowheads="1"/>
          </p:cNvSpPr>
          <p:nvPr/>
        </p:nvSpPr>
        <p:spPr bwMode="auto">
          <a:xfrm>
            <a:off x="4800600" y="2133600"/>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a:t>14</a:t>
            </a:r>
          </a:p>
        </p:txBody>
      </p:sp>
      <p:sp>
        <p:nvSpPr>
          <p:cNvPr id="22554" name="Rectangle 13"/>
          <p:cNvSpPr>
            <a:spLocks noChangeArrowheads="1"/>
          </p:cNvSpPr>
          <p:nvPr/>
        </p:nvSpPr>
        <p:spPr bwMode="auto">
          <a:xfrm>
            <a:off x="7543800" y="2133600"/>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a:t>18</a:t>
            </a:r>
          </a:p>
        </p:txBody>
      </p:sp>
      <p:sp>
        <p:nvSpPr>
          <p:cNvPr id="22555" name="Rectangle 14"/>
          <p:cNvSpPr>
            <a:spLocks noChangeArrowheads="1"/>
          </p:cNvSpPr>
          <p:nvPr/>
        </p:nvSpPr>
        <p:spPr bwMode="auto">
          <a:xfrm>
            <a:off x="6858000" y="2133600"/>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a:t>17</a:t>
            </a:r>
          </a:p>
        </p:txBody>
      </p:sp>
      <p:sp>
        <p:nvSpPr>
          <p:cNvPr id="22556" name="Rectangle 15"/>
          <p:cNvSpPr>
            <a:spLocks noChangeArrowheads="1"/>
          </p:cNvSpPr>
          <p:nvPr/>
        </p:nvSpPr>
        <p:spPr bwMode="auto">
          <a:xfrm>
            <a:off x="6172200" y="2133600"/>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a:t>16</a:t>
            </a:r>
          </a:p>
        </p:txBody>
      </p:sp>
      <p:sp>
        <p:nvSpPr>
          <p:cNvPr id="22557" name="Rectangle 16"/>
          <p:cNvSpPr>
            <a:spLocks noChangeArrowheads="1"/>
          </p:cNvSpPr>
          <p:nvPr/>
        </p:nvSpPr>
        <p:spPr bwMode="auto">
          <a:xfrm>
            <a:off x="8229600" y="2133600"/>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a:t>19</a:t>
            </a:r>
          </a:p>
        </p:txBody>
      </p:sp>
      <p:sp>
        <p:nvSpPr>
          <p:cNvPr id="22558" name="Rectangle 17"/>
          <p:cNvSpPr>
            <a:spLocks noChangeArrowheads="1"/>
          </p:cNvSpPr>
          <p:nvPr/>
        </p:nvSpPr>
        <p:spPr bwMode="auto">
          <a:xfrm>
            <a:off x="685800" y="3200400"/>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sz="1800"/>
              <a:t>0+16</a:t>
            </a:r>
          </a:p>
        </p:txBody>
      </p:sp>
      <p:sp>
        <p:nvSpPr>
          <p:cNvPr id="22559" name="Rectangle 18"/>
          <p:cNvSpPr>
            <a:spLocks noChangeArrowheads="1"/>
          </p:cNvSpPr>
          <p:nvPr/>
        </p:nvSpPr>
        <p:spPr bwMode="auto">
          <a:xfrm>
            <a:off x="1371600" y="3200400"/>
            <a:ext cx="685800" cy="457200"/>
          </a:xfrm>
          <a:prstGeom prst="rect">
            <a:avLst/>
          </a:prstGeom>
          <a:solidFill>
            <a:srgbClr val="FF0000"/>
          </a:solidFill>
          <a:ln w="9525">
            <a:solidFill>
              <a:schemeClr val="tx1"/>
            </a:solidFill>
            <a:miter lim="800000"/>
            <a:headEnd/>
            <a:tailEnd/>
          </a:ln>
        </p:spPr>
        <p:txBody>
          <a:bodyPr wrap="none" anchor="ctr"/>
          <a:lstStyle/>
          <a:p>
            <a:endParaRPr lang="en-US"/>
          </a:p>
        </p:txBody>
      </p:sp>
      <p:sp>
        <p:nvSpPr>
          <p:cNvPr id="22560" name="Rectangle 19"/>
          <p:cNvSpPr>
            <a:spLocks noChangeArrowheads="1"/>
          </p:cNvSpPr>
          <p:nvPr/>
        </p:nvSpPr>
        <p:spPr bwMode="auto">
          <a:xfrm>
            <a:off x="2057400" y="3200400"/>
            <a:ext cx="685800" cy="457200"/>
          </a:xfrm>
          <a:prstGeom prst="rect">
            <a:avLst/>
          </a:prstGeom>
          <a:solidFill>
            <a:srgbClr val="FF0000"/>
          </a:solidFill>
          <a:ln w="9525">
            <a:solidFill>
              <a:schemeClr val="tx1"/>
            </a:solidFill>
            <a:miter lim="800000"/>
            <a:headEnd/>
            <a:tailEnd/>
          </a:ln>
        </p:spPr>
        <p:txBody>
          <a:bodyPr wrap="none" anchor="ctr"/>
          <a:lstStyle/>
          <a:p>
            <a:endParaRPr lang="en-US"/>
          </a:p>
        </p:txBody>
      </p:sp>
      <p:sp>
        <p:nvSpPr>
          <p:cNvPr id="22561" name="Rectangle 20"/>
          <p:cNvSpPr>
            <a:spLocks noChangeArrowheads="1"/>
          </p:cNvSpPr>
          <p:nvPr/>
        </p:nvSpPr>
        <p:spPr bwMode="auto">
          <a:xfrm>
            <a:off x="2743200" y="3200400"/>
            <a:ext cx="685800" cy="457200"/>
          </a:xfrm>
          <a:prstGeom prst="rect">
            <a:avLst/>
          </a:prstGeom>
          <a:solidFill>
            <a:srgbClr val="FF0000"/>
          </a:solidFill>
          <a:ln w="9525">
            <a:solidFill>
              <a:schemeClr val="tx1"/>
            </a:solidFill>
            <a:miter lim="800000"/>
            <a:headEnd/>
            <a:tailEnd/>
          </a:ln>
        </p:spPr>
        <p:txBody>
          <a:bodyPr wrap="none" anchor="ctr"/>
          <a:lstStyle/>
          <a:p>
            <a:endParaRPr lang="en-US"/>
          </a:p>
        </p:txBody>
      </p:sp>
      <p:sp>
        <p:nvSpPr>
          <p:cNvPr id="22562" name="Rectangle 21"/>
          <p:cNvSpPr>
            <a:spLocks noChangeArrowheads="1"/>
          </p:cNvSpPr>
          <p:nvPr/>
        </p:nvSpPr>
        <p:spPr bwMode="auto">
          <a:xfrm>
            <a:off x="3429000" y="3200400"/>
            <a:ext cx="685800" cy="457200"/>
          </a:xfrm>
          <a:prstGeom prst="rect">
            <a:avLst/>
          </a:prstGeom>
          <a:solidFill>
            <a:srgbClr val="FF0000"/>
          </a:solidFill>
          <a:ln w="9525">
            <a:solidFill>
              <a:schemeClr val="tx1"/>
            </a:solidFill>
            <a:miter lim="800000"/>
            <a:headEnd/>
            <a:tailEnd/>
          </a:ln>
        </p:spPr>
        <p:txBody>
          <a:bodyPr wrap="none" anchor="ctr"/>
          <a:lstStyle/>
          <a:p>
            <a:endParaRPr lang="en-US"/>
          </a:p>
        </p:txBody>
      </p:sp>
      <p:sp>
        <p:nvSpPr>
          <p:cNvPr id="22563" name="Rectangle 22"/>
          <p:cNvSpPr>
            <a:spLocks noChangeArrowheads="1"/>
          </p:cNvSpPr>
          <p:nvPr/>
        </p:nvSpPr>
        <p:spPr bwMode="auto">
          <a:xfrm>
            <a:off x="4114800" y="3200400"/>
            <a:ext cx="685800" cy="457200"/>
          </a:xfrm>
          <a:prstGeom prst="rect">
            <a:avLst/>
          </a:prstGeom>
          <a:solidFill>
            <a:srgbClr val="FF0000"/>
          </a:solidFill>
          <a:ln w="9525">
            <a:solidFill>
              <a:schemeClr val="tx1"/>
            </a:solidFill>
            <a:miter lim="800000"/>
            <a:headEnd/>
            <a:tailEnd/>
          </a:ln>
        </p:spPr>
        <p:txBody>
          <a:bodyPr wrap="none" anchor="ctr"/>
          <a:lstStyle/>
          <a:p>
            <a:endParaRPr lang="en-US"/>
          </a:p>
        </p:txBody>
      </p:sp>
      <p:sp>
        <p:nvSpPr>
          <p:cNvPr id="22564" name="Rectangle 23"/>
          <p:cNvSpPr>
            <a:spLocks noChangeArrowheads="1"/>
          </p:cNvSpPr>
          <p:nvPr/>
        </p:nvSpPr>
        <p:spPr bwMode="auto">
          <a:xfrm>
            <a:off x="5486400" y="3200400"/>
            <a:ext cx="685800" cy="457200"/>
          </a:xfrm>
          <a:prstGeom prst="rect">
            <a:avLst/>
          </a:prstGeom>
          <a:solidFill>
            <a:srgbClr val="FF0000"/>
          </a:solidFill>
          <a:ln w="9525">
            <a:solidFill>
              <a:schemeClr val="tx1"/>
            </a:solidFill>
            <a:miter lim="800000"/>
            <a:headEnd/>
            <a:tailEnd/>
          </a:ln>
        </p:spPr>
        <p:txBody>
          <a:bodyPr wrap="none" anchor="ctr"/>
          <a:lstStyle/>
          <a:p>
            <a:pPr algn="ctr"/>
            <a:r>
              <a:rPr lang="en-US" sz="1800"/>
              <a:t>15+31</a:t>
            </a:r>
          </a:p>
        </p:txBody>
      </p:sp>
      <p:sp>
        <p:nvSpPr>
          <p:cNvPr id="22565" name="Rectangle 24"/>
          <p:cNvSpPr>
            <a:spLocks noChangeArrowheads="1"/>
          </p:cNvSpPr>
          <p:nvPr/>
        </p:nvSpPr>
        <p:spPr bwMode="auto">
          <a:xfrm>
            <a:off x="4800600" y="3200400"/>
            <a:ext cx="685800" cy="457200"/>
          </a:xfrm>
          <a:prstGeom prst="rect">
            <a:avLst/>
          </a:prstGeom>
          <a:solidFill>
            <a:srgbClr val="FF0000"/>
          </a:solidFill>
          <a:ln w="9525">
            <a:solidFill>
              <a:schemeClr val="tx1"/>
            </a:solidFill>
            <a:miter lim="800000"/>
            <a:headEnd/>
            <a:tailEnd/>
          </a:ln>
        </p:spPr>
        <p:txBody>
          <a:bodyPr wrap="none" anchor="ctr"/>
          <a:lstStyle/>
          <a:p>
            <a:endParaRPr lang="en-US"/>
          </a:p>
        </p:txBody>
      </p:sp>
      <p:sp>
        <p:nvSpPr>
          <p:cNvPr id="22566" name="Rectangle 25"/>
          <p:cNvSpPr>
            <a:spLocks noChangeArrowheads="1"/>
          </p:cNvSpPr>
          <p:nvPr/>
        </p:nvSpPr>
        <p:spPr bwMode="auto">
          <a:xfrm>
            <a:off x="7543800" y="3200400"/>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2567" name="Rectangle 26"/>
          <p:cNvSpPr>
            <a:spLocks noChangeArrowheads="1"/>
          </p:cNvSpPr>
          <p:nvPr/>
        </p:nvSpPr>
        <p:spPr bwMode="auto">
          <a:xfrm>
            <a:off x="6858000" y="3200400"/>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2568" name="Rectangle 27"/>
          <p:cNvSpPr>
            <a:spLocks noChangeArrowheads="1"/>
          </p:cNvSpPr>
          <p:nvPr/>
        </p:nvSpPr>
        <p:spPr bwMode="auto">
          <a:xfrm>
            <a:off x="6172200" y="3200400"/>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2569" name="Rectangle 28"/>
          <p:cNvSpPr>
            <a:spLocks noChangeArrowheads="1"/>
          </p:cNvSpPr>
          <p:nvPr/>
        </p:nvSpPr>
        <p:spPr bwMode="auto">
          <a:xfrm>
            <a:off x="8229600" y="3200400"/>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2570" name="Rectangle 29"/>
          <p:cNvSpPr>
            <a:spLocks noChangeArrowheads="1"/>
          </p:cNvSpPr>
          <p:nvPr/>
        </p:nvSpPr>
        <p:spPr bwMode="auto">
          <a:xfrm>
            <a:off x="685800" y="4343400"/>
            <a:ext cx="685800" cy="457200"/>
          </a:xfrm>
          <a:prstGeom prst="rect">
            <a:avLst/>
          </a:prstGeom>
          <a:solidFill>
            <a:srgbClr val="FF0000"/>
          </a:solidFill>
          <a:ln w="9525">
            <a:solidFill>
              <a:schemeClr val="tx1"/>
            </a:solidFill>
            <a:miter lim="800000"/>
            <a:headEnd/>
            <a:tailEnd/>
          </a:ln>
        </p:spPr>
        <p:txBody>
          <a:bodyPr wrap="none" anchor="ctr"/>
          <a:lstStyle/>
          <a:p>
            <a:pPr algn="ctr"/>
            <a:endParaRPr lang="en-US"/>
          </a:p>
        </p:txBody>
      </p:sp>
      <p:sp>
        <p:nvSpPr>
          <p:cNvPr id="22571" name="Rectangle 30"/>
          <p:cNvSpPr>
            <a:spLocks noChangeArrowheads="1"/>
          </p:cNvSpPr>
          <p:nvPr/>
        </p:nvSpPr>
        <p:spPr bwMode="auto">
          <a:xfrm>
            <a:off x="1371600" y="4343400"/>
            <a:ext cx="685800" cy="457200"/>
          </a:xfrm>
          <a:prstGeom prst="rect">
            <a:avLst/>
          </a:prstGeom>
          <a:solidFill>
            <a:srgbClr val="FF0000"/>
          </a:solidFill>
          <a:ln w="9525">
            <a:solidFill>
              <a:schemeClr val="tx1"/>
            </a:solidFill>
            <a:miter lim="800000"/>
            <a:headEnd/>
            <a:tailEnd/>
          </a:ln>
        </p:spPr>
        <p:txBody>
          <a:bodyPr wrap="none" anchor="ctr"/>
          <a:lstStyle/>
          <a:p>
            <a:endParaRPr lang="en-US"/>
          </a:p>
        </p:txBody>
      </p:sp>
      <p:sp>
        <p:nvSpPr>
          <p:cNvPr id="22572" name="Rectangle 31"/>
          <p:cNvSpPr>
            <a:spLocks noChangeArrowheads="1"/>
          </p:cNvSpPr>
          <p:nvPr/>
        </p:nvSpPr>
        <p:spPr bwMode="auto">
          <a:xfrm>
            <a:off x="2057400" y="4343400"/>
            <a:ext cx="685800" cy="457200"/>
          </a:xfrm>
          <a:prstGeom prst="rect">
            <a:avLst/>
          </a:prstGeom>
          <a:solidFill>
            <a:srgbClr val="FF0000"/>
          </a:solidFill>
          <a:ln w="9525">
            <a:solidFill>
              <a:schemeClr val="tx1"/>
            </a:solidFill>
            <a:miter lim="800000"/>
            <a:headEnd/>
            <a:tailEnd/>
          </a:ln>
        </p:spPr>
        <p:txBody>
          <a:bodyPr wrap="none" anchor="ctr"/>
          <a:lstStyle/>
          <a:p>
            <a:endParaRPr lang="en-US"/>
          </a:p>
        </p:txBody>
      </p:sp>
      <p:sp>
        <p:nvSpPr>
          <p:cNvPr id="22573" name="Rectangle 32"/>
          <p:cNvSpPr>
            <a:spLocks noChangeArrowheads="1"/>
          </p:cNvSpPr>
          <p:nvPr/>
        </p:nvSpPr>
        <p:spPr bwMode="auto">
          <a:xfrm>
            <a:off x="2743200" y="4343400"/>
            <a:ext cx="685800" cy="457200"/>
          </a:xfrm>
          <a:prstGeom prst="rect">
            <a:avLst/>
          </a:prstGeom>
          <a:solidFill>
            <a:srgbClr val="FF0000"/>
          </a:solidFill>
          <a:ln w="9525">
            <a:solidFill>
              <a:schemeClr val="tx1"/>
            </a:solidFill>
            <a:miter lim="800000"/>
            <a:headEnd/>
            <a:tailEnd/>
          </a:ln>
        </p:spPr>
        <p:txBody>
          <a:bodyPr wrap="none" anchor="ctr"/>
          <a:lstStyle/>
          <a:p>
            <a:endParaRPr lang="en-US"/>
          </a:p>
        </p:txBody>
      </p:sp>
      <p:sp>
        <p:nvSpPr>
          <p:cNvPr id="22574" name="Rectangle 33"/>
          <p:cNvSpPr>
            <a:spLocks noChangeArrowheads="1"/>
          </p:cNvSpPr>
          <p:nvPr/>
        </p:nvSpPr>
        <p:spPr bwMode="auto">
          <a:xfrm>
            <a:off x="3429000" y="4343400"/>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2575" name="Rectangle 34"/>
          <p:cNvSpPr>
            <a:spLocks noChangeArrowheads="1"/>
          </p:cNvSpPr>
          <p:nvPr/>
        </p:nvSpPr>
        <p:spPr bwMode="auto">
          <a:xfrm>
            <a:off x="4114800" y="4343400"/>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2576" name="Rectangle 35"/>
          <p:cNvSpPr>
            <a:spLocks noChangeArrowheads="1"/>
          </p:cNvSpPr>
          <p:nvPr/>
        </p:nvSpPr>
        <p:spPr bwMode="auto">
          <a:xfrm>
            <a:off x="5486400" y="4343400"/>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2577" name="Rectangle 36"/>
          <p:cNvSpPr>
            <a:spLocks noChangeArrowheads="1"/>
          </p:cNvSpPr>
          <p:nvPr/>
        </p:nvSpPr>
        <p:spPr bwMode="auto">
          <a:xfrm>
            <a:off x="4800600" y="4343400"/>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2578" name="Rectangle 37"/>
          <p:cNvSpPr>
            <a:spLocks noChangeArrowheads="1"/>
          </p:cNvSpPr>
          <p:nvPr/>
        </p:nvSpPr>
        <p:spPr bwMode="auto">
          <a:xfrm>
            <a:off x="7543800" y="4343400"/>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2579" name="Rectangle 38"/>
          <p:cNvSpPr>
            <a:spLocks noChangeArrowheads="1"/>
          </p:cNvSpPr>
          <p:nvPr/>
        </p:nvSpPr>
        <p:spPr bwMode="auto">
          <a:xfrm>
            <a:off x="6858000" y="4343400"/>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2580" name="Rectangle 39"/>
          <p:cNvSpPr>
            <a:spLocks noChangeArrowheads="1"/>
          </p:cNvSpPr>
          <p:nvPr/>
        </p:nvSpPr>
        <p:spPr bwMode="auto">
          <a:xfrm>
            <a:off x="6172200" y="4343400"/>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2581" name="Rectangle 40"/>
          <p:cNvSpPr>
            <a:spLocks noChangeArrowheads="1"/>
          </p:cNvSpPr>
          <p:nvPr/>
        </p:nvSpPr>
        <p:spPr bwMode="auto">
          <a:xfrm>
            <a:off x="8229600" y="4343400"/>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2582" name="Rectangle 41"/>
          <p:cNvSpPr>
            <a:spLocks noChangeArrowheads="1"/>
          </p:cNvSpPr>
          <p:nvPr/>
        </p:nvSpPr>
        <p:spPr bwMode="auto">
          <a:xfrm>
            <a:off x="685800" y="5486400"/>
            <a:ext cx="685800" cy="457200"/>
          </a:xfrm>
          <a:prstGeom prst="rect">
            <a:avLst/>
          </a:prstGeom>
          <a:solidFill>
            <a:srgbClr val="FF0000"/>
          </a:solidFill>
          <a:ln w="9525">
            <a:solidFill>
              <a:schemeClr val="tx1"/>
            </a:solidFill>
            <a:miter lim="800000"/>
            <a:headEnd/>
            <a:tailEnd/>
          </a:ln>
        </p:spPr>
        <p:txBody>
          <a:bodyPr wrap="none" anchor="ctr"/>
          <a:lstStyle/>
          <a:p>
            <a:endParaRPr lang="en-US"/>
          </a:p>
        </p:txBody>
      </p:sp>
      <p:sp>
        <p:nvSpPr>
          <p:cNvPr id="22583" name="Rectangle 42"/>
          <p:cNvSpPr>
            <a:spLocks noChangeArrowheads="1"/>
          </p:cNvSpPr>
          <p:nvPr/>
        </p:nvSpPr>
        <p:spPr bwMode="auto">
          <a:xfrm>
            <a:off x="1371600" y="5486400"/>
            <a:ext cx="685800" cy="457200"/>
          </a:xfrm>
          <a:prstGeom prst="rect">
            <a:avLst/>
          </a:prstGeom>
          <a:solidFill>
            <a:srgbClr val="FF0000"/>
          </a:solidFill>
          <a:ln w="9525">
            <a:solidFill>
              <a:schemeClr val="tx1"/>
            </a:solidFill>
            <a:miter lim="800000"/>
            <a:headEnd/>
            <a:tailEnd/>
          </a:ln>
        </p:spPr>
        <p:txBody>
          <a:bodyPr wrap="none" anchor="ctr"/>
          <a:lstStyle/>
          <a:p>
            <a:endParaRPr lang="en-US"/>
          </a:p>
        </p:txBody>
      </p:sp>
      <p:sp>
        <p:nvSpPr>
          <p:cNvPr id="22584" name="Rectangle 43"/>
          <p:cNvSpPr>
            <a:spLocks noChangeArrowheads="1"/>
          </p:cNvSpPr>
          <p:nvPr/>
        </p:nvSpPr>
        <p:spPr bwMode="auto">
          <a:xfrm>
            <a:off x="2057400" y="5486400"/>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2585" name="Rectangle 44"/>
          <p:cNvSpPr>
            <a:spLocks noChangeArrowheads="1"/>
          </p:cNvSpPr>
          <p:nvPr/>
        </p:nvSpPr>
        <p:spPr bwMode="auto">
          <a:xfrm>
            <a:off x="2743200" y="5486400"/>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2586" name="Rectangle 45"/>
          <p:cNvSpPr>
            <a:spLocks noChangeArrowheads="1"/>
          </p:cNvSpPr>
          <p:nvPr/>
        </p:nvSpPr>
        <p:spPr bwMode="auto">
          <a:xfrm>
            <a:off x="3429000" y="5486400"/>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2587" name="Rectangle 46"/>
          <p:cNvSpPr>
            <a:spLocks noChangeArrowheads="1"/>
          </p:cNvSpPr>
          <p:nvPr/>
        </p:nvSpPr>
        <p:spPr bwMode="auto">
          <a:xfrm>
            <a:off x="4114800" y="5486400"/>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2588" name="Rectangle 47"/>
          <p:cNvSpPr>
            <a:spLocks noChangeArrowheads="1"/>
          </p:cNvSpPr>
          <p:nvPr/>
        </p:nvSpPr>
        <p:spPr bwMode="auto">
          <a:xfrm>
            <a:off x="5486400" y="5486400"/>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2589" name="Rectangle 48"/>
          <p:cNvSpPr>
            <a:spLocks noChangeArrowheads="1"/>
          </p:cNvSpPr>
          <p:nvPr/>
        </p:nvSpPr>
        <p:spPr bwMode="auto">
          <a:xfrm>
            <a:off x="4800600" y="5486400"/>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2590" name="Rectangle 49"/>
          <p:cNvSpPr>
            <a:spLocks noChangeArrowheads="1"/>
          </p:cNvSpPr>
          <p:nvPr/>
        </p:nvSpPr>
        <p:spPr bwMode="auto">
          <a:xfrm>
            <a:off x="7543800" y="5486400"/>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2591" name="Rectangle 50"/>
          <p:cNvSpPr>
            <a:spLocks noChangeArrowheads="1"/>
          </p:cNvSpPr>
          <p:nvPr/>
        </p:nvSpPr>
        <p:spPr bwMode="auto">
          <a:xfrm>
            <a:off x="6858000" y="5486400"/>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2592" name="Rectangle 51"/>
          <p:cNvSpPr>
            <a:spLocks noChangeArrowheads="1"/>
          </p:cNvSpPr>
          <p:nvPr/>
        </p:nvSpPr>
        <p:spPr bwMode="auto">
          <a:xfrm>
            <a:off x="6172200" y="5486400"/>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2593" name="Rectangle 52"/>
          <p:cNvSpPr>
            <a:spLocks noChangeArrowheads="1"/>
          </p:cNvSpPr>
          <p:nvPr/>
        </p:nvSpPr>
        <p:spPr bwMode="auto">
          <a:xfrm>
            <a:off x="8229600" y="5486400"/>
            <a:ext cx="6858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2594" name="Line 53"/>
          <p:cNvSpPr>
            <a:spLocks noChangeShapeType="1"/>
          </p:cNvSpPr>
          <p:nvPr/>
        </p:nvSpPr>
        <p:spPr bwMode="auto">
          <a:xfrm>
            <a:off x="990600" y="2590800"/>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95" name="Line 54"/>
          <p:cNvSpPr>
            <a:spLocks noChangeShapeType="1"/>
          </p:cNvSpPr>
          <p:nvPr/>
        </p:nvSpPr>
        <p:spPr bwMode="auto">
          <a:xfrm flipH="1">
            <a:off x="1143000" y="2590800"/>
            <a:ext cx="51816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96" name="Line 55"/>
          <p:cNvSpPr>
            <a:spLocks noChangeShapeType="1"/>
          </p:cNvSpPr>
          <p:nvPr/>
        </p:nvSpPr>
        <p:spPr bwMode="auto">
          <a:xfrm>
            <a:off x="1676400" y="2590800"/>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97" name="Line 56"/>
          <p:cNvSpPr>
            <a:spLocks noChangeShapeType="1"/>
          </p:cNvSpPr>
          <p:nvPr/>
        </p:nvSpPr>
        <p:spPr bwMode="auto">
          <a:xfrm flipH="1">
            <a:off x="1752600" y="2590800"/>
            <a:ext cx="52578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98" name="Line 57"/>
          <p:cNvSpPr>
            <a:spLocks noChangeShapeType="1"/>
          </p:cNvSpPr>
          <p:nvPr/>
        </p:nvSpPr>
        <p:spPr bwMode="auto">
          <a:xfrm>
            <a:off x="2362200" y="2590800"/>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99" name="Line 58"/>
          <p:cNvSpPr>
            <a:spLocks noChangeShapeType="1"/>
          </p:cNvSpPr>
          <p:nvPr/>
        </p:nvSpPr>
        <p:spPr bwMode="auto">
          <a:xfrm flipH="1">
            <a:off x="2438400" y="2590800"/>
            <a:ext cx="53340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600" name="Line 59"/>
          <p:cNvSpPr>
            <a:spLocks noChangeShapeType="1"/>
          </p:cNvSpPr>
          <p:nvPr/>
        </p:nvSpPr>
        <p:spPr bwMode="auto">
          <a:xfrm>
            <a:off x="3048000" y="2590800"/>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601" name="Line 60"/>
          <p:cNvSpPr>
            <a:spLocks noChangeShapeType="1"/>
          </p:cNvSpPr>
          <p:nvPr/>
        </p:nvSpPr>
        <p:spPr bwMode="auto">
          <a:xfrm flipH="1">
            <a:off x="3124200" y="2590800"/>
            <a:ext cx="53340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602" name="Line 61"/>
          <p:cNvSpPr>
            <a:spLocks noChangeShapeType="1"/>
          </p:cNvSpPr>
          <p:nvPr/>
        </p:nvSpPr>
        <p:spPr bwMode="auto">
          <a:xfrm>
            <a:off x="3733800" y="2590800"/>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603" name="Line 62"/>
          <p:cNvSpPr>
            <a:spLocks noChangeShapeType="1"/>
          </p:cNvSpPr>
          <p:nvPr/>
        </p:nvSpPr>
        <p:spPr bwMode="auto">
          <a:xfrm flipH="1">
            <a:off x="3886200" y="2590800"/>
            <a:ext cx="52578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604" name="Line 63"/>
          <p:cNvSpPr>
            <a:spLocks noChangeShapeType="1"/>
          </p:cNvSpPr>
          <p:nvPr/>
        </p:nvSpPr>
        <p:spPr bwMode="auto">
          <a:xfrm>
            <a:off x="4419600" y="2590800"/>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605" name="Line 64"/>
          <p:cNvSpPr>
            <a:spLocks noChangeShapeType="1"/>
          </p:cNvSpPr>
          <p:nvPr/>
        </p:nvSpPr>
        <p:spPr bwMode="auto">
          <a:xfrm>
            <a:off x="990600" y="3657600"/>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606" name="Line 65"/>
          <p:cNvSpPr>
            <a:spLocks noChangeShapeType="1"/>
          </p:cNvSpPr>
          <p:nvPr/>
        </p:nvSpPr>
        <p:spPr bwMode="auto">
          <a:xfrm flipH="1">
            <a:off x="1143000" y="3657600"/>
            <a:ext cx="24384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607" name="Line 66"/>
          <p:cNvSpPr>
            <a:spLocks noChangeShapeType="1"/>
          </p:cNvSpPr>
          <p:nvPr/>
        </p:nvSpPr>
        <p:spPr bwMode="auto">
          <a:xfrm>
            <a:off x="1676400" y="3657600"/>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608" name="Line 67"/>
          <p:cNvSpPr>
            <a:spLocks noChangeShapeType="1"/>
          </p:cNvSpPr>
          <p:nvPr/>
        </p:nvSpPr>
        <p:spPr bwMode="auto">
          <a:xfrm flipH="1">
            <a:off x="1828800" y="3657600"/>
            <a:ext cx="24384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609" name="Line 68"/>
          <p:cNvSpPr>
            <a:spLocks noChangeShapeType="1"/>
          </p:cNvSpPr>
          <p:nvPr/>
        </p:nvSpPr>
        <p:spPr bwMode="auto">
          <a:xfrm>
            <a:off x="990600" y="4800600"/>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610" name="Line 69"/>
          <p:cNvSpPr>
            <a:spLocks noChangeShapeType="1"/>
          </p:cNvSpPr>
          <p:nvPr/>
        </p:nvSpPr>
        <p:spPr bwMode="auto">
          <a:xfrm flipH="1">
            <a:off x="3276600" y="3657600"/>
            <a:ext cx="25146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611" name="Line 73"/>
          <p:cNvSpPr>
            <a:spLocks noChangeShapeType="1"/>
          </p:cNvSpPr>
          <p:nvPr/>
        </p:nvSpPr>
        <p:spPr bwMode="auto">
          <a:xfrm>
            <a:off x="5105400" y="2590800"/>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612" name="Line 74"/>
          <p:cNvSpPr>
            <a:spLocks noChangeShapeType="1"/>
          </p:cNvSpPr>
          <p:nvPr/>
        </p:nvSpPr>
        <p:spPr bwMode="auto">
          <a:xfrm>
            <a:off x="5791200" y="2590800"/>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613" name="Line 75"/>
          <p:cNvSpPr>
            <a:spLocks noChangeShapeType="1"/>
          </p:cNvSpPr>
          <p:nvPr/>
        </p:nvSpPr>
        <p:spPr bwMode="auto">
          <a:xfrm>
            <a:off x="2362200" y="3657600"/>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614" name="Line 76"/>
          <p:cNvSpPr>
            <a:spLocks noChangeShapeType="1"/>
          </p:cNvSpPr>
          <p:nvPr/>
        </p:nvSpPr>
        <p:spPr bwMode="auto">
          <a:xfrm>
            <a:off x="3048000" y="3657600"/>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615" name="Line 77"/>
          <p:cNvSpPr>
            <a:spLocks noChangeShapeType="1"/>
          </p:cNvSpPr>
          <p:nvPr/>
        </p:nvSpPr>
        <p:spPr bwMode="auto">
          <a:xfrm flipH="1">
            <a:off x="2590800" y="3657600"/>
            <a:ext cx="24384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616" name="Line 78"/>
          <p:cNvSpPr>
            <a:spLocks noChangeShapeType="1"/>
          </p:cNvSpPr>
          <p:nvPr/>
        </p:nvSpPr>
        <p:spPr bwMode="auto">
          <a:xfrm>
            <a:off x="1676400" y="4800600"/>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617" name="Line 79"/>
          <p:cNvSpPr>
            <a:spLocks noChangeShapeType="1"/>
          </p:cNvSpPr>
          <p:nvPr/>
        </p:nvSpPr>
        <p:spPr bwMode="auto">
          <a:xfrm flipH="1">
            <a:off x="1219200" y="4800600"/>
            <a:ext cx="11430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618" name="Line 80"/>
          <p:cNvSpPr>
            <a:spLocks noChangeShapeType="1"/>
          </p:cNvSpPr>
          <p:nvPr/>
        </p:nvSpPr>
        <p:spPr bwMode="auto">
          <a:xfrm flipH="1">
            <a:off x="1828800" y="4800600"/>
            <a:ext cx="12192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619" name="Text Box 92"/>
          <p:cNvSpPr txBox="1">
            <a:spLocks noChangeArrowheads="1"/>
          </p:cNvSpPr>
          <p:nvPr/>
        </p:nvSpPr>
        <p:spPr bwMode="auto">
          <a:xfrm>
            <a:off x="1447800" y="1399401"/>
            <a:ext cx="43794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Palatino" pitchFamily="18" charset="0"/>
                <a:cs typeface="Arial" charset="0"/>
              </a:defRPr>
            </a:lvl1pPr>
            <a:lvl2pPr marL="742950" indent="-285750" eaLnBrk="0" hangingPunct="0">
              <a:defRPr sz="2400">
                <a:solidFill>
                  <a:schemeClr val="tx1"/>
                </a:solidFill>
                <a:latin typeface="Palatino" pitchFamily="18" charset="0"/>
                <a:cs typeface="Arial" charset="0"/>
              </a:defRPr>
            </a:lvl2pPr>
            <a:lvl3pPr marL="1143000" indent="-228600" eaLnBrk="0" hangingPunct="0">
              <a:defRPr sz="2400">
                <a:solidFill>
                  <a:schemeClr val="tx1"/>
                </a:solidFill>
                <a:latin typeface="Palatino" pitchFamily="18" charset="0"/>
                <a:cs typeface="Arial" charset="0"/>
              </a:defRPr>
            </a:lvl3pPr>
            <a:lvl4pPr marL="1600200" indent="-228600" eaLnBrk="0" hangingPunct="0">
              <a:defRPr sz="2400">
                <a:solidFill>
                  <a:schemeClr val="tx1"/>
                </a:solidFill>
                <a:latin typeface="Palatino" pitchFamily="18" charset="0"/>
                <a:cs typeface="Arial" charset="0"/>
              </a:defRPr>
            </a:lvl4pPr>
            <a:lvl5pPr marL="2057400" indent="-228600" eaLnBrk="0" hangingPunct="0">
              <a:defRPr sz="2400">
                <a:solidFill>
                  <a:schemeClr val="tx1"/>
                </a:solidFill>
                <a:latin typeface="Palatino" pitchFamily="18" charset="0"/>
                <a:cs typeface="Arial" charset="0"/>
              </a:defRPr>
            </a:lvl5pPr>
            <a:lvl6pPr marL="2514600" indent="-228600" eaLnBrk="0" fontAlgn="base" hangingPunct="0">
              <a:spcBef>
                <a:spcPct val="0"/>
              </a:spcBef>
              <a:spcAft>
                <a:spcPct val="0"/>
              </a:spcAft>
              <a:defRPr sz="2400">
                <a:solidFill>
                  <a:schemeClr val="tx1"/>
                </a:solidFill>
                <a:latin typeface="Palatino" pitchFamily="18" charset="0"/>
                <a:cs typeface="Arial" charset="0"/>
              </a:defRPr>
            </a:lvl6pPr>
            <a:lvl7pPr marL="2971800" indent="-228600" eaLnBrk="0" fontAlgn="base" hangingPunct="0">
              <a:spcBef>
                <a:spcPct val="0"/>
              </a:spcBef>
              <a:spcAft>
                <a:spcPct val="0"/>
              </a:spcAft>
              <a:defRPr sz="2400">
                <a:solidFill>
                  <a:schemeClr val="tx1"/>
                </a:solidFill>
                <a:latin typeface="Palatino" pitchFamily="18" charset="0"/>
                <a:cs typeface="Arial" charset="0"/>
              </a:defRPr>
            </a:lvl7pPr>
            <a:lvl8pPr marL="3429000" indent="-228600" eaLnBrk="0" fontAlgn="base" hangingPunct="0">
              <a:spcBef>
                <a:spcPct val="0"/>
              </a:spcBef>
              <a:spcAft>
                <a:spcPct val="0"/>
              </a:spcAft>
              <a:defRPr sz="2400">
                <a:solidFill>
                  <a:schemeClr val="tx1"/>
                </a:solidFill>
                <a:latin typeface="Palatino" pitchFamily="18" charset="0"/>
                <a:cs typeface="Arial" charset="0"/>
              </a:defRPr>
            </a:lvl8pPr>
            <a:lvl9pPr marL="3886200" indent="-228600" eaLnBrk="0" fontAlgn="base" hangingPunct="0">
              <a:spcBef>
                <a:spcPct val="0"/>
              </a:spcBef>
              <a:spcAft>
                <a:spcPct val="0"/>
              </a:spcAft>
              <a:defRPr sz="2400">
                <a:solidFill>
                  <a:schemeClr val="tx1"/>
                </a:solidFill>
                <a:latin typeface="Palatino" pitchFamily="18" charset="0"/>
                <a:cs typeface="Arial" charset="0"/>
              </a:defRPr>
            </a:lvl9pPr>
          </a:lstStyle>
          <a:p>
            <a:pPr eaLnBrk="1" hangingPunct="1"/>
            <a:r>
              <a:rPr lang="fa-IR" sz="1400" b="1" dirty="0">
                <a:cs typeface="B Nazanin" panose="00000400000000000000" pitchFamily="2" charset="-78"/>
              </a:rPr>
              <a:t>نخ 1</a:t>
            </a:r>
            <a:endParaRPr lang="en-US" sz="1400" b="1" dirty="0">
              <a:cs typeface="B Nazanin" panose="00000400000000000000" pitchFamily="2" charset="-78"/>
            </a:endParaRPr>
          </a:p>
        </p:txBody>
      </p:sp>
      <p:sp>
        <p:nvSpPr>
          <p:cNvPr id="22620" name="Text Box 93"/>
          <p:cNvSpPr txBox="1">
            <a:spLocks noChangeArrowheads="1"/>
          </p:cNvSpPr>
          <p:nvPr/>
        </p:nvSpPr>
        <p:spPr bwMode="auto">
          <a:xfrm>
            <a:off x="2133600" y="1399401"/>
            <a:ext cx="46198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Palatino" pitchFamily="18" charset="0"/>
                <a:cs typeface="Arial" charset="0"/>
              </a:defRPr>
            </a:lvl1pPr>
            <a:lvl2pPr marL="742950" indent="-285750" eaLnBrk="0" hangingPunct="0">
              <a:defRPr sz="2400">
                <a:solidFill>
                  <a:schemeClr val="tx1"/>
                </a:solidFill>
                <a:latin typeface="Palatino" pitchFamily="18" charset="0"/>
                <a:cs typeface="Arial" charset="0"/>
              </a:defRPr>
            </a:lvl2pPr>
            <a:lvl3pPr marL="1143000" indent="-228600" eaLnBrk="0" hangingPunct="0">
              <a:defRPr sz="2400">
                <a:solidFill>
                  <a:schemeClr val="tx1"/>
                </a:solidFill>
                <a:latin typeface="Palatino" pitchFamily="18" charset="0"/>
                <a:cs typeface="Arial" charset="0"/>
              </a:defRPr>
            </a:lvl3pPr>
            <a:lvl4pPr marL="1600200" indent="-228600" eaLnBrk="0" hangingPunct="0">
              <a:defRPr sz="2400">
                <a:solidFill>
                  <a:schemeClr val="tx1"/>
                </a:solidFill>
                <a:latin typeface="Palatino" pitchFamily="18" charset="0"/>
                <a:cs typeface="Arial" charset="0"/>
              </a:defRPr>
            </a:lvl4pPr>
            <a:lvl5pPr marL="2057400" indent="-228600" eaLnBrk="0" hangingPunct="0">
              <a:defRPr sz="2400">
                <a:solidFill>
                  <a:schemeClr val="tx1"/>
                </a:solidFill>
                <a:latin typeface="Palatino" pitchFamily="18" charset="0"/>
                <a:cs typeface="Arial" charset="0"/>
              </a:defRPr>
            </a:lvl5pPr>
            <a:lvl6pPr marL="2514600" indent="-228600" eaLnBrk="0" fontAlgn="base" hangingPunct="0">
              <a:spcBef>
                <a:spcPct val="0"/>
              </a:spcBef>
              <a:spcAft>
                <a:spcPct val="0"/>
              </a:spcAft>
              <a:defRPr sz="2400">
                <a:solidFill>
                  <a:schemeClr val="tx1"/>
                </a:solidFill>
                <a:latin typeface="Palatino" pitchFamily="18" charset="0"/>
                <a:cs typeface="Arial" charset="0"/>
              </a:defRPr>
            </a:lvl6pPr>
            <a:lvl7pPr marL="2971800" indent="-228600" eaLnBrk="0" fontAlgn="base" hangingPunct="0">
              <a:spcBef>
                <a:spcPct val="0"/>
              </a:spcBef>
              <a:spcAft>
                <a:spcPct val="0"/>
              </a:spcAft>
              <a:defRPr sz="2400">
                <a:solidFill>
                  <a:schemeClr val="tx1"/>
                </a:solidFill>
                <a:latin typeface="Palatino" pitchFamily="18" charset="0"/>
                <a:cs typeface="Arial" charset="0"/>
              </a:defRPr>
            </a:lvl7pPr>
            <a:lvl8pPr marL="3429000" indent="-228600" eaLnBrk="0" fontAlgn="base" hangingPunct="0">
              <a:spcBef>
                <a:spcPct val="0"/>
              </a:spcBef>
              <a:spcAft>
                <a:spcPct val="0"/>
              </a:spcAft>
              <a:defRPr sz="2400">
                <a:solidFill>
                  <a:schemeClr val="tx1"/>
                </a:solidFill>
                <a:latin typeface="Palatino" pitchFamily="18" charset="0"/>
                <a:cs typeface="Arial" charset="0"/>
              </a:defRPr>
            </a:lvl8pPr>
            <a:lvl9pPr marL="3886200" indent="-228600" eaLnBrk="0" fontAlgn="base" hangingPunct="0">
              <a:spcBef>
                <a:spcPct val="0"/>
              </a:spcBef>
              <a:spcAft>
                <a:spcPct val="0"/>
              </a:spcAft>
              <a:defRPr sz="2400">
                <a:solidFill>
                  <a:schemeClr val="tx1"/>
                </a:solidFill>
                <a:latin typeface="Palatino" pitchFamily="18" charset="0"/>
                <a:cs typeface="Arial" charset="0"/>
              </a:defRPr>
            </a:lvl9pPr>
          </a:lstStyle>
          <a:p>
            <a:pPr eaLnBrk="1" hangingPunct="1"/>
            <a:r>
              <a:rPr lang="fa-IR" sz="1400" b="1" dirty="0">
                <a:cs typeface="B Nazanin" panose="00000400000000000000" pitchFamily="2" charset="-78"/>
              </a:rPr>
              <a:t>نخ 2</a:t>
            </a:r>
            <a:endParaRPr lang="en-US" sz="1400" b="1" dirty="0">
              <a:cs typeface="B Nazanin" panose="00000400000000000000" pitchFamily="2" charset="-78"/>
            </a:endParaRPr>
          </a:p>
        </p:txBody>
      </p:sp>
      <p:sp>
        <p:nvSpPr>
          <p:cNvPr id="22621" name="Text Box 94"/>
          <p:cNvSpPr txBox="1">
            <a:spLocks noChangeArrowheads="1"/>
          </p:cNvSpPr>
          <p:nvPr/>
        </p:nvSpPr>
        <p:spPr bwMode="auto">
          <a:xfrm>
            <a:off x="4876800" y="1399401"/>
            <a:ext cx="52770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Palatino" pitchFamily="18" charset="0"/>
                <a:cs typeface="Arial" charset="0"/>
              </a:defRPr>
            </a:lvl1pPr>
            <a:lvl2pPr marL="742950" indent="-285750" eaLnBrk="0" hangingPunct="0">
              <a:defRPr sz="2400">
                <a:solidFill>
                  <a:schemeClr val="tx1"/>
                </a:solidFill>
                <a:latin typeface="Palatino" pitchFamily="18" charset="0"/>
                <a:cs typeface="Arial" charset="0"/>
              </a:defRPr>
            </a:lvl2pPr>
            <a:lvl3pPr marL="1143000" indent="-228600" eaLnBrk="0" hangingPunct="0">
              <a:defRPr sz="2400">
                <a:solidFill>
                  <a:schemeClr val="tx1"/>
                </a:solidFill>
                <a:latin typeface="Palatino" pitchFamily="18" charset="0"/>
                <a:cs typeface="Arial" charset="0"/>
              </a:defRPr>
            </a:lvl3pPr>
            <a:lvl4pPr marL="1600200" indent="-228600" eaLnBrk="0" hangingPunct="0">
              <a:defRPr sz="2400">
                <a:solidFill>
                  <a:schemeClr val="tx1"/>
                </a:solidFill>
                <a:latin typeface="Palatino" pitchFamily="18" charset="0"/>
                <a:cs typeface="Arial" charset="0"/>
              </a:defRPr>
            </a:lvl4pPr>
            <a:lvl5pPr marL="2057400" indent="-228600" eaLnBrk="0" hangingPunct="0">
              <a:defRPr sz="2400">
                <a:solidFill>
                  <a:schemeClr val="tx1"/>
                </a:solidFill>
                <a:latin typeface="Palatino" pitchFamily="18" charset="0"/>
                <a:cs typeface="Arial" charset="0"/>
              </a:defRPr>
            </a:lvl5pPr>
            <a:lvl6pPr marL="2514600" indent="-228600" eaLnBrk="0" fontAlgn="base" hangingPunct="0">
              <a:spcBef>
                <a:spcPct val="0"/>
              </a:spcBef>
              <a:spcAft>
                <a:spcPct val="0"/>
              </a:spcAft>
              <a:defRPr sz="2400">
                <a:solidFill>
                  <a:schemeClr val="tx1"/>
                </a:solidFill>
                <a:latin typeface="Palatino" pitchFamily="18" charset="0"/>
                <a:cs typeface="Arial" charset="0"/>
              </a:defRPr>
            </a:lvl6pPr>
            <a:lvl7pPr marL="2971800" indent="-228600" eaLnBrk="0" fontAlgn="base" hangingPunct="0">
              <a:spcBef>
                <a:spcPct val="0"/>
              </a:spcBef>
              <a:spcAft>
                <a:spcPct val="0"/>
              </a:spcAft>
              <a:defRPr sz="2400">
                <a:solidFill>
                  <a:schemeClr val="tx1"/>
                </a:solidFill>
                <a:latin typeface="Palatino" pitchFamily="18" charset="0"/>
                <a:cs typeface="Arial" charset="0"/>
              </a:defRPr>
            </a:lvl7pPr>
            <a:lvl8pPr marL="3429000" indent="-228600" eaLnBrk="0" fontAlgn="base" hangingPunct="0">
              <a:spcBef>
                <a:spcPct val="0"/>
              </a:spcBef>
              <a:spcAft>
                <a:spcPct val="0"/>
              </a:spcAft>
              <a:defRPr sz="2400">
                <a:solidFill>
                  <a:schemeClr val="tx1"/>
                </a:solidFill>
                <a:latin typeface="Palatino" pitchFamily="18" charset="0"/>
                <a:cs typeface="Arial" charset="0"/>
              </a:defRPr>
            </a:lvl8pPr>
            <a:lvl9pPr marL="3886200" indent="-228600" eaLnBrk="0" fontAlgn="base" hangingPunct="0">
              <a:spcBef>
                <a:spcPct val="0"/>
              </a:spcBef>
              <a:spcAft>
                <a:spcPct val="0"/>
              </a:spcAft>
              <a:defRPr sz="2400">
                <a:solidFill>
                  <a:schemeClr val="tx1"/>
                </a:solidFill>
                <a:latin typeface="Palatino" pitchFamily="18" charset="0"/>
                <a:cs typeface="Arial" charset="0"/>
              </a:defRPr>
            </a:lvl9pPr>
          </a:lstStyle>
          <a:p>
            <a:pPr eaLnBrk="1" hangingPunct="1"/>
            <a:r>
              <a:rPr lang="fa-IR" sz="1400" b="1" dirty="0">
                <a:cs typeface="B Nazanin" panose="00000400000000000000" pitchFamily="2" charset="-78"/>
              </a:rPr>
              <a:t>نخ 14</a:t>
            </a:r>
            <a:endParaRPr lang="en-US" sz="1400" b="1" dirty="0">
              <a:cs typeface="B Nazanin" panose="00000400000000000000" pitchFamily="2" charset="-78"/>
            </a:endParaRPr>
          </a:p>
        </p:txBody>
      </p:sp>
      <p:sp>
        <p:nvSpPr>
          <p:cNvPr id="22622" name="Text Box 95"/>
          <p:cNvSpPr txBox="1">
            <a:spLocks noChangeArrowheads="1"/>
          </p:cNvSpPr>
          <p:nvPr/>
        </p:nvSpPr>
        <p:spPr bwMode="auto">
          <a:xfrm>
            <a:off x="5562600" y="1399401"/>
            <a:ext cx="53412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Palatino" pitchFamily="18" charset="0"/>
                <a:cs typeface="Arial" charset="0"/>
              </a:defRPr>
            </a:lvl1pPr>
            <a:lvl2pPr marL="742950" indent="-285750" eaLnBrk="0" hangingPunct="0">
              <a:defRPr sz="2400">
                <a:solidFill>
                  <a:schemeClr val="tx1"/>
                </a:solidFill>
                <a:latin typeface="Palatino" pitchFamily="18" charset="0"/>
                <a:cs typeface="Arial" charset="0"/>
              </a:defRPr>
            </a:lvl2pPr>
            <a:lvl3pPr marL="1143000" indent="-228600" eaLnBrk="0" hangingPunct="0">
              <a:defRPr sz="2400">
                <a:solidFill>
                  <a:schemeClr val="tx1"/>
                </a:solidFill>
                <a:latin typeface="Palatino" pitchFamily="18" charset="0"/>
                <a:cs typeface="Arial" charset="0"/>
              </a:defRPr>
            </a:lvl3pPr>
            <a:lvl4pPr marL="1600200" indent="-228600" eaLnBrk="0" hangingPunct="0">
              <a:defRPr sz="2400">
                <a:solidFill>
                  <a:schemeClr val="tx1"/>
                </a:solidFill>
                <a:latin typeface="Palatino" pitchFamily="18" charset="0"/>
                <a:cs typeface="Arial" charset="0"/>
              </a:defRPr>
            </a:lvl4pPr>
            <a:lvl5pPr marL="2057400" indent="-228600" eaLnBrk="0" hangingPunct="0">
              <a:defRPr sz="2400">
                <a:solidFill>
                  <a:schemeClr val="tx1"/>
                </a:solidFill>
                <a:latin typeface="Palatino" pitchFamily="18" charset="0"/>
                <a:cs typeface="Arial" charset="0"/>
              </a:defRPr>
            </a:lvl5pPr>
            <a:lvl6pPr marL="2514600" indent="-228600" eaLnBrk="0" fontAlgn="base" hangingPunct="0">
              <a:spcBef>
                <a:spcPct val="0"/>
              </a:spcBef>
              <a:spcAft>
                <a:spcPct val="0"/>
              </a:spcAft>
              <a:defRPr sz="2400">
                <a:solidFill>
                  <a:schemeClr val="tx1"/>
                </a:solidFill>
                <a:latin typeface="Palatino" pitchFamily="18" charset="0"/>
                <a:cs typeface="Arial" charset="0"/>
              </a:defRPr>
            </a:lvl6pPr>
            <a:lvl7pPr marL="2971800" indent="-228600" eaLnBrk="0" fontAlgn="base" hangingPunct="0">
              <a:spcBef>
                <a:spcPct val="0"/>
              </a:spcBef>
              <a:spcAft>
                <a:spcPct val="0"/>
              </a:spcAft>
              <a:defRPr sz="2400">
                <a:solidFill>
                  <a:schemeClr val="tx1"/>
                </a:solidFill>
                <a:latin typeface="Palatino" pitchFamily="18" charset="0"/>
                <a:cs typeface="Arial" charset="0"/>
              </a:defRPr>
            </a:lvl7pPr>
            <a:lvl8pPr marL="3429000" indent="-228600" eaLnBrk="0" fontAlgn="base" hangingPunct="0">
              <a:spcBef>
                <a:spcPct val="0"/>
              </a:spcBef>
              <a:spcAft>
                <a:spcPct val="0"/>
              </a:spcAft>
              <a:defRPr sz="2400">
                <a:solidFill>
                  <a:schemeClr val="tx1"/>
                </a:solidFill>
                <a:latin typeface="Palatino" pitchFamily="18" charset="0"/>
                <a:cs typeface="Arial" charset="0"/>
              </a:defRPr>
            </a:lvl8pPr>
            <a:lvl9pPr marL="3886200" indent="-228600" eaLnBrk="0" fontAlgn="base" hangingPunct="0">
              <a:spcBef>
                <a:spcPct val="0"/>
              </a:spcBef>
              <a:spcAft>
                <a:spcPct val="0"/>
              </a:spcAft>
              <a:defRPr sz="2400">
                <a:solidFill>
                  <a:schemeClr val="tx1"/>
                </a:solidFill>
                <a:latin typeface="Palatino" pitchFamily="18" charset="0"/>
                <a:cs typeface="Arial" charset="0"/>
              </a:defRPr>
            </a:lvl9pPr>
          </a:lstStyle>
          <a:p>
            <a:pPr eaLnBrk="1" hangingPunct="1"/>
            <a:r>
              <a:rPr lang="fa-IR" sz="1400" b="1" dirty="0">
                <a:cs typeface="B Nazanin" panose="00000400000000000000" pitchFamily="2" charset="-78"/>
              </a:rPr>
              <a:t>نخ 15</a:t>
            </a:r>
            <a:endParaRPr lang="en-US" sz="1400" b="1" dirty="0">
              <a:cs typeface="B Nazanin" panose="00000400000000000000" pitchFamily="2" charset="-78"/>
            </a:endParaRPr>
          </a:p>
        </p:txBody>
      </p:sp>
      <p:sp>
        <p:nvSpPr>
          <p:cNvPr id="99" name="Rectangle: Rounded Corners 98">
            <a:extLst>
              <a:ext uri="{FF2B5EF4-FFF2-40B4-BE49-F238E27FC236}">
                <a16:creationId xmlns:a16="http://schemas.microsoft.com/office/drawing/2014/main" id="{C2C411A4-64DB-4C33-A9F9-F23ABC9920D1}"/>
              </a:ext>
            </a:extLst>
          </p:cNvPr>
          <p:cNvSpPr/>
          <p:nvPr/>
        </p:nvSpPr>
        <p:spPr>
          <a:xfrm>
            <a:off x="785301" y="1384034"/>
            <a:ext cx="1143000" cy="303015"/>
          </a:xfrm>
          <a:prstGeom prst="roundRect">
            <a:avLst/>
          </a:prstGeom>
          <a:noFill/>
          <a:ln>
            <a:solidFill>
              <a:srgbClr val="1B46F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Text Box 89">
            <a:extLst>
              <a:ext uri="{FF2B5EF4-FFF2-40B4-BE49-F238E27FC236}">
                <a16:creationId xmlns:a16="http://schemas.microsoft.com/office/drawing/2014/main" id="{05C87F25-C914-405D-962F-9E1466A613D5}"/>
              </a:ext>
            </a:extLst>
          </p:cNvPr>
          <p:cNvSpPr txBox="1">
            <a:spLocks noChangeArrowheads="1"/>
          </p:cNvSpPr>
          <p:nvPr/>
        </p:nvSpPr>
        <p:spPr bwMode="auto">
          <a:xfrm>
            <a:off x="930713" y="1063823"/>
            <a:ext cx="82188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Palatino" pitchFamily="18" charset="0"/>
                <a:cs typeface="Arial" charset="0"/>
              </a:defRPr>
            </a:lvl1pPr>
            <a:lvl2pPr marL="742950" indent="-285750" eaLnBrk="0" hangingPunct="0">
              <a:defRPr sz="2400">
                <a:solidFill>
                  <a:schemeClr val="tx1"/>
                </a:solidFill>
                <a:latin typeface="Palatino" pitchFamily="18" charset="0"/>
                <a:cs typeface="Arial" charset="0"/>
              </a:defRPr>
            </a:lvl2pPr>
            <a:lvl3pPr marL="1143000" indent="-228600" eaLnBrk="0" hangingPunct="0">
              <a:defRPr sz="2400">
                <a:solidFill>
                  <a:schemeClr val="tx1"/>
                </a:solidFill>
                <a:latin typeface="Palatino" pitchFamily="18" charset="0"/>
                <a:cs typeface="Arial" charset="0"/>
              </a:defRPr>
            </a:lvl3pPr>
            <a:lvl4pPr marL="1600200" indent="-228600" eaLnBrk="0" hangingPunct="0">
              <a:defRPr sz="2400">
                <a:solidFill>
                  <a:schemeClr val="tx1"/>
                </a:solidFill>
                <a:latin typeface="Palatino" pitchFamily="18" charset="0"/>
                <a:cs typeface="Arial" charset="0"/>
              </a:defRPr>
            </a:lvl4pPr>
            <a:lvl5pPr marL="2057400" indent="-228600" eaLnBrk="0" hangingPunct="0">
              <a:defRPr sz="2400">
                <a:solidFill>
                  <a:schemeClr val="tx1"/>
                </a:solidFill>
                <a:latin typeface="Palatino" pitchFamily="18" charset="0"/>
                <a:cs typeface="Arial" charset="0"/>
              </a:defRPr>
            </a:lvl5pPr>
            <a:lvl6pPr marL="2514600" indent="-228600" eaLnBrk="0" fontAlgn="base" hangingPunct="0">
              <a:spcBef>
                <a:spcPct val="0"/>
              </a:spcBef>
              <a:spcAft>
                <a:spcPct val="0"/>
              </a:spcAft>
              <a:defRPr sz="2400">
                <a:solidFill>
                  <a:schemeClr val="tx1"/>
                </a:solidFill>
                <a:latin typeface="Palatino" pitchFamily="18" charset="0"/>
                <a:cs typeface="Arial" charset="0"/>
              </a:defRPr>
            </a:lvl6pPr>
            <a:lvl7pPr marL="2971800" indent="-228600" eaLnBrk="0" fontAlgn="base" hangingPunct="0">
              <a:spcBef>
                <a:spcPct val="0"/>
              </a:spcBef>
              <a:spcAft>
                <a:spcPct val="0"/>
              </a:spcAft>
              <a:defRPr sz="2400">
                <a:solidFill>
                  <a:schemeClr val="tx1"/>
                </a:solidFill>
                <a:latin typeface="Palatino" pitchFamily="18" charset="0"/>
                <a:cs typeface="Arial" charset="0"/>
              </a:defRPr>
            </a:lvl7pPr>
            <a:lvl8pPr marL="3429000" indent="-228600" eaLnBrk="0" fontAlgn="base" hangingPunct="0">
              <a:spcBef>
                <a:spcPct val="0"/>
              </a:spcBef>
              <a:spcAft>
                <a:spcPct val="0"/>
              </a:spcAft>
              <a:defRPr sz="2400">
                <a:solidFill>
                  <a:schemeClr val="tx1"/>
                </a:solidFill>
                <a:latin typeface="Palatino" pitchFamily="18" charset="0"/>
                <a:cs typeface="Arial" charset="0"/>
              </a:defRPr>
            </a:lvl8pPr>
            <a:lvl9pPr marL="3886200" indent="-228600" eaLnBrk="0" fontAlgn="base" hangingPunct="0">
              <a:spcBef>
                <a:spcPct val="0"/>
              </a:spcBef>
              <a:spcAft>
                <a:spcPct val="0"/>
              </a:spcAft>
              <a:defRPr sz="2400">
                <a:solidFill>
                  <a:schemeClr val="tx1"/>
                </a:solidFill>
                <a:latin typeface="Palatino" pitchFamily="18" charset="0"/>
                <a:cs typeface="Arial" charset="0"/>
              </a:defRPr>
            </a:lvl9pPr>
          </a:lstStyle>
          <a:p>
            <a:pPr eaLnBrk="1" hangingPunct="1"/>
            <a:r>
              <a:rPr lang="fa-IR" sz="1400" b="1" dirty="0">
                <a:solidFill>
                  <a:srgbClr val="1B46FD"/>
                </a:solidFill>
                <a:cs typeface="B Nazanin" panose="00000400000000000000" pitchFamily="2" charset="-78"/>
              </a:rPr>
              <a:t>ریسمان 0</a:t>
            </a:r>
            <a:endParaRPr lang="en-US" sz="1400" b="1" dirty="0">
              <a:solidFill>
                <a:srgbClr val="1B46FD"/>
              </a:solidFill>
              <a:cs typeface="B Nazanin" panose="00000400000000000000" pitchFamily="2" charset="-78"/>
            </a:endParaRPr>
          </a:p>
        </p:txBody>
      </p:sp>
      <p:sp>
        <p:nvSpPr>
          <p:cNvPr id="101" name="Rectangle: Rounded Corners 100">
            <a:extLst>
              <a:ext uri="{FF2B5EF4-FFF2-40B4-BE49-F238E27FC236}">
                <a16:creationId xmlns:a16="http://schemas.microsoft.com/office/drawing/2014/main" id="{11629301-AEB9-4FA5-B668-2A62805BAC25}"/>
              </a:ext>
            </a:extLst>
          </p:cNvPr>
          <p:cNvSpPr/>
          <p:nvPr/>
        </p:nvSpPr>
        <p:spPr>
          <a:xfrm>
            <a:off x="4914900" y="1373385"/>
            <a:ext cx="1143000" cy="303015"/>
          </a:xfrm>
          <a:prstGeom prst="roundRect">
            <a:avLst/>
          </a:prstGeom>
          <a:noFill/>
          <a:ln>
            <a:solidFill>
              <a:srgbClr val="1B46F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Text Box 89">
            <a:extLst>
              <a:ext uri="{FF2B5EF4-FFF2-40B4-BE49-F238E27FC236}">
                <a16:creationId xmlns:a16="http://schemas.microsoft.com/office/drawing/2014/main" id="{9FCD9B7C-2D97-45E3-A730-1051573C8069}"/>
              </a:ext>
            </a:extLst>
          </p:cNvPr>
          <p:cNvSpPr txBox="1">
            <a:spLocks noChangeArrowheads="1"/>
          </p:cNvSpPr>
          <p:nvPr/>
        </p:nvSpPr>
        <p:spPr bwMode="auto">
          <a:xfrm>
            <a:off x="5060312" y="1053174"/>
            <a:ext cx="82188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Palatino" pitchFamily="18" charset="0"/>
                <a:cs typeface="Arial" charset="0"/>
              </a:defRPr>
            </a:lvl1pPr>
            <a:lvl2pPr marL="742950" indent="-285750" eaLnBrk="0" hangingPunct="0">
              <a:defRPr sz="2400">
                <a:solidFill>
                  <a:schemeClr val="tx1"/>
                </a:solidFill>
                <a:latin typeface="Palatino" pitchFamily="18" charset="0"/>
                <a:cs typeface="Arial" charset="0"/>
              </a:defRPr>
            </a:lvl2pPr>
            <a:lvl3pPr marL="1143000" indent="-228600" eaLnBrk="0" hangingPunct="0">
              <a:defRPr sz="2400">
                <a:solidFill>
                  <a:schemeClr val="tx1"/>
                </a:solidFill>
                <a:latin typeface="Palatino" pitchFamily="18" charset="0"/>
                <a:cs typeface="Arial" charset="0"/>
              </a:defRPr>
            </a:lvl3pPr>
            <a:lvl4pPr marL="1600200" indent="-228600" eaLnBrk="0" hangingPunct="0">
              <a:defRPr sz="2400">
                <a:solidFill>
                  <a:schemeClr val="tx1"/>
                </a:solidFill>
                <a:latin typeface="Palatino" pitchFamily="18" charset="0"/>
                <a:cs typeface="Arial" charset="0"/>
              </a:defRPr>
            </a:lvl4pPr>
            <a:lvl5pPr marL="2057400" indent="-228600" eaLnBrk="0" hangingPunct="0">
              <a:defRPr sz="2400">
                <a:solidFill>
                  <a:schemeClr val="tx1"/>
                </a:solidFill>
                <a:latin typeface="Palatino" pitchFamily="18" charset="0"/>
                <a:cs typeface="Arial" charset="0"/>
              </a:defRPr>
            </a:lvl5pPr>
            <a:lvl6pPr marL="2514600" indent="-228600" eaLnBrk="0" fontAlgn="base" hangingPunct="0">
              <a:spcBef>
                <a:spcPct val="0"/>
              </a:spcBef>
              <a:spcAft>
                <a:spcPct val="0"/>
              </a:spcAft>
              <a:defRPr sz="2400">
                <a:solidFill>
                  <a:schemeClr val="tx1"/>
                </a:solidFill>
                <a:latin typeface="Palatino" pitchFamily="18" charset="0"/>
                <a:cs typeface="Arial" charset="0"/>
              </a:defRPr>
            </a:lvl6pPr>
            <a:lvl7pPr marL="2971800" indent="-228600" eaLnBrk="0" fontAlgn="base" hangingPunct="0">
              <a:spcBef>
                <a:spcPct val="0"/>
              </a:spcBef>
              <a:spcAft>
                <a:spcPct val="0"/>
              </a:spcAft>
              <a:defRPr sz="2400">
                <a:solidFill>
                  <a:schemeClr val="tx1"/>
                </a:solidFill>
                <a:latin typeface="Palatino" pitchFamily="18" charset="0"/>
                <a:cs typeface="Arial" charset="0"/>
              </a:defRPr>
            </a:lvl7pPr>
            <a:lvl8pPr marL="3429000" indent="-228600" eaLnBrk="0" fontAlgn="base" hangingPunct="0">
              <a:spcBef>
                <a:spcPct val="0"/>
              </a:spcBef>
              <a:spcAft>
                <a:spcPct val="0"/>
              </a:spcAft>
              <a:defRPr sz="2400">
                <a:solidFill>
                  <a:schemeClr val="tx1"/>
                </a:solidFill>
                <a:latin typeface="Palatino" pitchFamily="18" charset="0"/>
                <a:cs typeface="Arial" charset="0"/>
              </a:defRPr>
            </a:lvl8pPr>
            <a:lvl9pPr marL="3886200" indent="-228600" eaLnBrk="0" fontAlgn="base" hangingPunct="0">
              <a:spcBef>
                <a:spcPct val="0"/>
              </a:spcBef>
              <a:spcAft>
                <a:spcPct val="0"/>
              </a:spcAft>
              <a:defRPr sz="2400">
                <a:solidFill>
                  <a:schemeClr val="tx1"/>
                </a:solidFill>
                <a:latin typeface="Palatino" pitchFamily="18" charset="0"/>
                <a:cs typeface="Arial" charset="0"/>
              </a:defRPr>
            </a:lvl9pPr>
          </a:lstStyle>
          <a:p>
            <a:pPr eaLnBrk="1" hangingPunct="1"/>
            <a:r>
              <a:rPr lang="fa-IR" sz="1400" b="1" dirty="0">
                <a:solidFill>
                  <a:srgbClr val="1B46FD"/>
                </a:solidFill>
                <a:cs typeface="B Nazanin" panose="00000400000000000000" pitchFamily="2" charset="-78"/>
              </a:rPr>
              <a:t>ریسمان 8</a:t>
            </a:r>
            <a:endParaRPr lang="en-US" sz="1400" b="1" dirty="0">
              <a:solidFill>
                <a:srgbClr val="1B46FD"/>
              </a:solidFill>
              <a:cs typeface="B Nazanin" panose="00000400000000000000" pitchFamily="2" charset="-78"/>
            </a:endParaRPr>
          </a:p>
        </p:txBody>
      </p:sp>
      <p:sp>
        <p:nvSpPr>
          <p:cNvPr id="103" name="Text Box 93">
            <a:extLst>
              <a:ext uri="{FF2B5EF4-FFF2-40B4-BE49-F238E27FC236}">
                <a16:creationId xmlns:a16="http://schemas.microsoft.com/office/drawing/2014/main" id="{421C07A0-0F42-4FC8-8F6B-EBC2FED154E0}"/>
              </a:ext>
            </a:extLst>
          </p:cNvPr>
          <p:cNvSpPr txBox="1">
            <a:spLocks noChangeArrowheads="1"/>
          </p:cNvSpPr>
          <p:nvPr/>
        </p:nvSpPr>
        <p:spPr bwMode="auto">
          <a:xfrm>
            <a:off x="2807624" y="1397913"/>
            <a:ext cx="47641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Palatino" pitchFamily="18" charset="0"/>
                <a:cs typeface="Arial" charset="0"/>
              </a:defRPr>
            </a:lvl1pPr>
            <a:lvl2pPr marL="742950" indent="-285750" eaLnBrk="0" hangingPunct="0">
              <a:defRPr sz="2400">
                <a:solidFill>
                  <a:schemeClr val="tx1"/>
                </a:solidFill>
                <a:latin typeface="Palatino" pitchFamily="18" charset="0"/>
                <a:cs typeface="Arial" charset="0"/>
              </a:defRPr>
            </a:lvl2pPr>
            <a:lvl3pPr marL="1143000" indent="-228600" eaLnBrk="0" hangingPunct="0">
              <a:defRPr sz="2400">
                <a:solidFill>
                  <a:schemeClr val="tx1"/>
                </a:solidFill>
                <a:latin typeface="Palatino" pitchFamily="18" charset="0"/>
                <a:cs typeface="Arial" charset="0"/>
              </a:defRPr>
            </a:lvl3pPr>
            <a:lvl4pPr marL="1600200" indent="-228600" eaLnBrk="0" hangingPunct="0">
              <a:defRPr sz="2400">
                <a:solidFill>
                  <a:schemeClr val="tx1"/>
                </a:solidFill>
                <a:latin typeface="Palatino" pitchFamily="18" charset="0"/>
                <a:cs typeface="Arial" charset="0"/>
              </a:defRPr>
            </a:lvl4pPr>
            <a:lvl5pPr marL="2057400" indent="-228600" eaLnBrk="0" hangingPunct="0">
              <a:defRPr sz="2400">
                <a:solidFill>
                  <a:schemeClr val="tx1"/>
                </a:solidFill>
                <a:latin typeface="Palatino" pitchFamily="18" charset="0"/>
                <a:cs typeface="Arial" charset="0"/>
              </a:defRPr>
            </a:lvl5pPr>
            <a:lvl6pPr marL="2514600" indent="-228600" eaLnBrk="0" fontAlgn="base" hangingPunct="0">
              <a:spcBef>
                <a:spcPct val="0"/>
              </a:spcBef>
              <a:spcAft>
                <a:spcPct val="0"/>
              </a:spcAft>
              <a:defRPr sz="2400">
                <a:solidFill>
                  <a:schemeClr val="tx1"/>
                </a:solidFill>
                <a:latin typeface="Palatino" pitchFamily="18" charset="0"/>
                <a:cs typeface="Arial" charset="0"/>
              </a:defRPr>
            </a:lvl6pPr>
            <a:lvl7pPr marL="2971800" indent="-228600" eaLnBrk="0" fontAlgn="base" hangingPunct="0">
              <a:spcBef>
                <a:spcPct val="0"/>
              </a:spcBef>
              <a:spcAft>
                <a:spcPct val="0"/>
              </a:spcAft>
              <a:defRPr sz="2400">
                <a:solidFill>
                  <a:schemeClr val="tx1"/>
                </a:solidFill>
                <a:latin typeface="Palatino" pitchFamily="18" charset="0"/>
                <a:cs typeface="Arial" charset="0"/>
              </a:defRPr>
            </a:lvl7pPr>
            <a:lvl8pPr marL="3429000" indent="-228600" eaLnBrk="0" fontAlgn="base" hangingPunct="0">
              <a:spcBef>
                <a:spcPct val="0"/>
              </a:spcBef>
              <a:spcAft>
                <a:spcPct val="0"/>
              </a:spcAft>
              <a:defRPr sz="2400">
                <a:solidFill>
                  <a:schemeClr val="tx1"/>
                </a:solidFill>
                <a:latin typeface="Palatino" pitchFamily="18" charset="0"/>
                <a:cs typeface="Arial" charset="0"/>
              </a:defRPr>
            </a:lvl8pPr>
            <a:lvl9pPr marL="3886200" indent="-228600" eaLnBrk="0" fontAlgn="base" hangingPunct="0">
              <a:spcBef>
                <a:spcPct val="0"/>
              </a:spcBef>
              <a:spcAft>
                <a:spcPct val="0"/>
              </a:spcAft>
              <a:defRPr sz="2400">
                <a:solidFill>
                  <a:schemeClr val="tx1"/>
                </a:solidFill>
                <a:latin typeface="Palatino" pitchFamily="18" charset="0"/>
                <a:cs typeface="Arial" charset="0"/>
              </a:defRPr>
            </a:lvl9pPr>
          </a:lstStyle>
          <a:p>
            <a:pPr eaLnBrk="1" hangingPunct="1"/>
            <a:r>
              <a:rPr lang="fa-IR" sz="1400" b="1" dirty="0">
                <a:cs typeface="B Nazanin" panose="00000400000000000000" pitchFamily="2" charset="-78"/>
              </a:rPr>
              <a:t>نخ 3</a:t>
            </a:r>
            <a:endParaRPr lang="en-US" sz="1400" b="1" dirty="0">
              <a:cs typeface="B Nazanin" panose="00000400000000000000" pitchFamily="2" charset="-78"/>
            </a:endParaRPr>
          </a:p>
        </p:txBody>
      </p:sp>
      <p:sp>
        <p:nvSpPr>
          <p:cNvPr id="104" name="Rectangle: Rounded Corners 103">
            <a:extLst>
              <a:ext uri="{FF2B5EF4-FFF2-40B4-BE49-F238E27FC236}">
                <a16:creationId xmlns:a16="http://schemas.microsoft.com/office/drawing/2014/main" id="{90A93758-A6D2-4FDB-9107-E211D70D6B6A}"/>
              </a:ext>
            </a:extLst>
          </p:cNvPr>
          <p:cNvSpPr/>
          <p:nvPr/>
        </p:nvSpPr>
        <p:spPr>
          <a:xfrm>
            <a:off x="2171700" y="1366572"/>
            <a:ext cx="1143000" cy="303015"/>
          </a:xfrm>
          <a:prstGeom prst="roundRect">
            <a:avLst/>
          </a:prstGeom>
          <a:noFill/>
          <a:ln>
            <a:solidFill>
              <a:srgbClr val="1B46F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Text Box 89">
            <a:extLst>
              <a:ext uri="{FF2B5EF4-FFF2-40B4-BE49-F238E27FC236}">
                <a16:creationId xmlns:a16="http://schemas.microsoft.com/office/drawing/2014/main" id="{25750362-7587-4928-B69F-B5C84DFDB9D3}"/>
              </a:ext>
            </a:extLst>
          </p:cNvPr>
          <p:cNvSpPr txBox="1">
            <a:spLocks noChangeArrowheads="1"/>
          </p:cNvSpPr>
          <p:nvPr/>
        </p:nvSpPr>
        <p:spPr bwMode="auto">
          <a:xfrm>
            <a:off x="2317112" y="1046361"/>
            <a:ext cx="82188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Palatino" pitchFamily="18" charset="0"/>
                <a:cs typeface="Arial" charset="0"/>
              </a:defRPr>
            </a:lvl1pPr>
            <a:lvl2pPr marL="742950" indent="-285750" eaLnBrk="0" hangingPunct="0">
              <a:defRPr sz="2400">
                <a:solidFill>
                  <a:schemeClr val="tx1"/>
                </a:solidFill>
                <a:latin typeface="Palatino" pitchFamily="18" charset="0"/>
                <a:cs typeface="Arial" charset="0"/>
              </a:defRPr>
            </a:lvl2pPr>
            <a:lvl3pPr marL="1143000" indent="-228600" eaLnBrk="0" hangingPunct="0">
              <a:defRPr sz="2400">
                <a:solidFill>
                  <a:schemeClr val="tx1"/>
                </a:solidFill>
                <a:latin typeface="Palatino" pitchFamily="18" charset="0"/>
                <a:cs typeface="Arial" charset="0"/>
              </a:defRPr>
            </a:lvl3pPr>
            <a:lvl4pPr marL="1600200" indent="-228600" eaLnBrk="0" hangingPunct="0">
              <a:defRPr sz="2400">
                <a:solidFill>
                  <a:schemeClr val="tx1"/>
                </a:solidFill>
                <a:latin typeface="Palatino" pitchFamily="18" charset="0"/>
                <a:cs typeface="Arial" charset="0"/>
              </a:defRPr>
            </a:lvl4pPr>
            <a:lvl5pPr marL="2057400" indent="-228600" eaLnBrk="0" hangingPunct="0">
              <a:defRPr sz="2400">
                <a:solidFill>
                  <a:schemeClr val="tx1"/>
                </a:solidFill>
                <a:latin typeface="Palatino" pitchFamily="18" charset="0"/>
                <a:cs typeface="Arial" charset="0"/>
              </a:defRPr>
            </a:lvl5pPr>
            <a:lvl6pPr marL="2514600" indent="-228600" eaLnBrk="0" fontAlgn="base" hangingPunct="0">
              <a:spcBef>
                <a:spcPct val="0"/>
              </a:spcBef>
              <a:spcAft>
                <a:spcPct val="0"/>
              </a:spcAft>
              <a:defRPr sz="2400">
                <a:solidFill>
                  <a:schemeClr val="tx1"/>
                </a:solidFill>
                <a:latin typeface="Palatino" pitchFamily="18" charset="0"/>
                <a:cs typeface="Arial" charset="0"/>
              </a:defRPr>
            </a:lvl6pPr>
            <a:lvl7pPr marL="2971800" indent="-228600" eaLnBrk="0" fontAlgn="base" hangingPunct="0">
              <a:spcBef>
                <a:spcPct val="0"/>
              </a:spcBef>
              <a:spcAft>
                <a:spcPct val="0"/>
              </a:spcAft>
              <a:defRPr sz="2400">
                <a:solidFill>
                  <a:schemeClr val="tx1"/>
                </a:solidFill>
                <a:latin typeface="Palatino" pitchFamily="18" charset="0"/>
                <a:cs typeface="Arial" charset="0"/>
              </a:defRPr>
            </a:lvl7pPr>
            <a:lvl8pPr marL="3429000" indent="-228600" eaLnBrk="0" fontAlgn="base" hangingPunct="0">
              <a:spcBef>
                <a:spcPct val="0"/>
              </a:spcBef>
              <a:spcAft>
                <a:spcPct val="0"/>
              </a:spcAft>
              <a:defRPr sz="2400">
                <a:solidFill>
                  <a:schemeClr val="tx1"/>
                </a:solidFill>
                <a:latin typeface="Palatino" pitchFamily="18" charset="0"/>
                <a:cs typeface="Arial" charset="0"/>
              </a:defRPr>
            </a:lvl8pPr>
            <a:lvl9pPr marL="3886200" indent="-228600" eaLnBrk="0" fontAlgn="base" hangingPunct="0">
              <a:spcBef>
                <a:spcPct val="0"/>
              </a:spcBef>
              <a:spcAft>
                <a:spcPct val="0"/>
              </a:spcAft>
              <a:defRPr sz="2400">
                <a:solidFill>
                  <a:schemeClr val="tx1"/>
                </a:solidFill>
                <a:latin typeface="Palatino" pitchFamily="18" charset="0"/>
                <a:cs typeface="Arial" charset="0"/>
              </a:defRPr>
            </a:lvl9pPr>
          </a:lstStyle>
          <a:p>
            <a:pPr eaLnBrk="1" hangingPunct="1"/>
            <a:r>
              <a:rPr lang="fa-IR" sz="1400" b="1" dirty="0">
                <a:solidFill>
                  <a:srgbClr val="1B46FD"/>
                </a:solidFill>
                <a:cs typeface="B Nazanin" panose="00000400000000000000" pitchFamily="2" charset="-78"/>
              </a:rPr>
              <a:t>ریسمان 1</a:t>
            </a:r>
            <a:endParaRPr lang="en-US" sz="1400" b="1" dirty="0">
              <a:solidFill>
                <a:srgbClr val="1B46FD"/>
              </a:solidFill>
              <a:cs typeface="B Nazanin" panose="00000400000000000000" pitchFamily="2" charset="-78"/>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2"/>
          <p:cNvSpPr>
            <a:spLocks noGrp="1" noChangeArrowheads="1"/>
          </p:cNvSpPr>
          <p:nvPr>
            <p:ph type="title"/>
          </p:nvPr>
        </p:nvSpPr>
        <p:spPr/>
        <p:txBody>
          <a:bodyPr/>
          <a:lstStyle/>
          <a:p>
            <a:pPr eaLnBrk="1" hangingPunct="1"/>
            <a:r>
              <a:rPr lang="fa-IR" dirty="0"/>
              <a:t>کرنل کاهش به‌روز شده</a:t>
            </a:r>
            <a:endParaRPr lang="en-US" dirty="0"/>
          </a:p>
        </p:txBody>
      </p:sp>
      <p:sp>
        <p:nvSpPr>
          <p:cNvPr id="23557" name="Rectangle 3"/>
          <p:cNvSpPr>
            <a:spLocks noGrp="1" noChangeArrowheads="1"/>
          </p:cNvSpPr>
          <p:nvPr>
            <p:ph sz="quarter" idx="1"/>
          </p:nvPr>
        </p:nvSpPr>
        <p:spPr/>
        <p:txBody>
          <a:bodyPr/>
          <a:lstStyle/>
          <a:p>
            <a:pPr marL="974725" lvl="1" indent="-403225" algn="l" rtl="0" eaLnBrk="1" hangingPunct="1">
              <a:buFontTx/>
              <a:buNone/>
            </a:pPr>
            <a:endParaRPr lang="en-US" b="1" dirty="0">
              <a:solidFill>
                <a:schemeClr val="tx2"/>
              </a:solidFill>
              <a:latin typeface="Courier New" pitchFamily="49" charset="0"/>
            </a:endParaRPr>
          </a:p>
          <a:p>
            <a:pPr marL="974725" lvl="1" indent="-403225" algn="l" rtl="0" eaLnBrk="1" hangingPunct="1">
              <a:buFontTx/>
              <a:buNone/>
            </a:pPr>
            <a:r>
              <a:rPr lang="en-US" sz="2000" b="1" dirty="0">
                <a:solidFill>
                  <a:srgbClr val="1B46FD"/>
                </a:solidFill>
                <a:latin typeface="Courier New" pitchFamily="49" charset="0"/>
              </a:rPr>
              <a:t>for</a:t>
            </a:r>
            <a:r>
              <a:rPr lang="en-US" sz="2000" b="1" dirty="0">
                <a:solidFill>
                  <a:schemeClr val="tx2"/>
                </a:solidFill>
                <a:latin typeface="Courier New" pitchFamily="49" charset="0"/>
              </a:rPr>
              <a:t> (</a:t>
            </a:r>
            <a:r>
              <a:rPr lang="en-US" sz="2000" b="1" dirty="0">
                <a:solidFill>
                  <a:srgbClr val="1B46FD"/>
                </a:solidFill>
                <a:latin typeface="Courier New" pitchFamily="49" charset="0"/>
              </a:rPr>
              <a:t>unsigned </a:t>
            </a:r>
            <a:r>
              <a:rPr lang="en-US" sz="2000" b="1" dirty="0" err="1">
                <a:solidFill>
                  <a:srgbClr val="1B46FD"/>
                </a:solidFill>
                <a:latin typeface="Courier New" pitchFamily="49" charset="0"/>
              </a:rPr>
              <a:t>int</a:t>
            </a:r>
            <a:r>
              <a:rPr lang="en-US" sz="2000" b="1" dirty="0">
                <a:solidFill>
                  <a:srgbClr val="1B46FD"/>
                </a:solidFill>
                <a:latin typeface="Courier New" pitchFamily="49" charset="0"/>
              </a:rPr>
              <a:t> </a:t>
            </a:r>
            <a:r>
              <a:rPr lang="en-US" sz="2000" b="1" dirty="0">
                <a:solidFill>
                  <a:schemeClr val="tx2"/>
                </a:solidFill>
                <a:latin typeface="Courier New" pitchFamily="49" charset="0"/>
              </a:rPr>
              <a:t>stride = </a:t>
            </a:r>
            <a:r>
              <a:rPr lang="en-US" sz="2000" b="1" dirty="0" err="1">
                <a:solidFill>
                  <a:srgbClr val="FF6600"/>
                </a:solidFill>
                <a:latin typeface="Courier New" pitchFamily="49" charset="0"/>
              </a:rPr>
              <a:t>blockDim.x</a:t>
            </a:r>
            <a:r>
              <a:rPr lang="en-US" sz="2000" b="1" dirty="0">
                <a:solidFill>
                  <a:schemeClr val="tx2"/>
                </a:solidFill>
                <a:latin typeface="Courier New" pitchFamily="49" charset="0"/>
              </a:rPr>
              <a:t>; </a:t>
            </a:r>
          </a:p>
          <a:p>
            <a:pPr marL="974725" lvl="1" indent="-403225" algn="l" rtl="0" eaLnBrk="1" hangingPunct="1">
              <a:buFontTx/>
              <a:buNone/>
            </a:pPr>
            <a:r>
              <a:rPr lang="en-US" sz="2000" b="1" dirty="0">
                <a:solidFill>
                  <a:schemeClr val="tx2"/>
                </a:solidFill>
                <a:latin typeface="Courier New" pitchFamily="49" charset="0"/>
              </a:rPr>
              <a:t>	  stride &gt;= 1;  stride /= 2) </a:t>
            </a:r>
          </a:p>
          <a:p>
            <a:pPr marL="974725" lvl="1" indent="-403225" algn="l" rtl="0" eaLnBrk="1" hangingPunct="1">
              <a:buFontTx/>
              <a:buNone/>
            </a:pPr>
            <a:r>
              <a:rPr lang="en-US" sz="2000" b="1" dirty="0">
                <a:solidFill>
                  <a:schemeClr val="tx2"/>
                </a:solidFill>
                <a:latin typeface="Courier New" pitchFamily="49" charset="0"/>
              </a:rPr>
              <a:t>{</a:t>
            </a:r>
          </a:p>
          <a:p>
            <a:pPr marL="974725" lvl="1" indent="-403225" algn="l" rtl="0" eaLnBrk="1" hangingPunct="1">
              <a:buFontTx/>
              <a:buNone/>
            </a:pPr>
            <a:r>
              <a:rPr lang="en-US" sz="2000" b="1" dirty="0">
                <a:solidFill>
                  <a:schemeClr val="tx2"/>
                </a:solidFill>
                <a:latin typeface="Courier New" pitchFamily="49" charset="0"/>
              </a:rPr>
              <a:t>  </a:t>
            </a:r>
            <a:r>
              <a:rPr lang="en-US" sz="2000" b="1" dirty="0">
                <a:solidFill>
                  <a:srgbClr val="FF6600"/>
                </a:solidFill>
                <a:latin typeface="Courier New" pitchFamily="49" charset="0"/>
              </a:rPr>
              <a:t>__</a:t>
            </a:r>
            <a:r>
              <a:rPr lang="en-US" sz="2000" b="1" dirty="0" err="1">
                <a:solidFill>
                  <a:srgbClr val="FF6600"/>
                </a:solidFill>
                <a:latin typeface="Courier New" pitchFamily="49" charset="0"/>
              </a:rPr>
              <a:t>syncthreads</a:t>
            </a:r>
            <a:r>
              <a:rPr lang="en-US" sz="2000" b="1" dirty="0">
                <a:solidFill>
                  <a:srgbClr val="FF6600"/>
                </a:solidFill>
                <a:latin typeface="Courier New" pitchFamily="49" charset="0"/>
              </a:rPr>
              <a:t>();</a:t>
            </a:r>
          </a:p>
          <a:p>
            <a:pPr marL="974725" lvl="1" indent="-403225" algn="l" rtl="0" eaLnBrk="1" hangingPunct="1">
              <a:buFontTx/>
              <a:buNone/>
            </a:pPr>
            <a:r>
              <a:rPr lang="en-US" sz="2000" b="1" dirty="0">
                <a:solidFill>
                  <a:schemeClr val="tx2"/>
                </a:solidFill>
                <a:latin typeface="Courier New" pitchFamily="49" charset="0"/>
              </a:rPr>
              <a:t>  </a:t>
            </a:r>
            <a:r>
              <a:rPr lang="en-US" sz="2000" b="1" dirty="0">
                <a:solidFill>
                  <a:srgbClr val="1B46FD"/>
                </a:solidFill>
                <a:latin typeface="Courier New" pitchFamily="49" charset="0"/>
              </a:rPr>
              <a:t>if</a:t>
            </a:r>
            <a:r>
              <a:rPr lang="en-US" sz="2000" b="1" dirty="0">
                <a:solidFill>
                  <a:schemeClr val="tx2"/>
                </a:solidFill>
                <a:latin typeface="Courier New" pitchFamily="49" charset="0"/>
              </a:rPr>
              <a:t> (t &lt; stride)</a:t>
            </a:r>
          </a:p>
          <a:p>
            <a:pPr marL="974725" lvl="1" indent="-403225" algn="l" rtl="0" eaLnBrk="1" hangingPunct="1">
              <a:buFontTx/>
              <a:buNone/>
            </a:pPr>
            <a:r>
              <a:rPr lang="en-US" sz="2000" b="1" dirty="0">
                <a:solidFill>
                  <a:schemeClr val="tx2"/>
                </a:solidFill>
                <a:latin typeface="Courier New" pitchFamily="49" charset="0"/>
              </a:rPr>
              <a:t>	  </a:t>
            </a:r>
            <a:r>
              <a:rPr lang="en-US" sz="2000" b="1" dirty="0" err="1">
                <a:solidFill>
                  <a:schemeClr val="tx2"/>
                </a:solidFill>
                <a:latin typeface="Courier New" pitchFamily="49" charset="0"/>
              </a:rPr>
              <a:t>partialSum</a:t>
            </a:r>
            <a:r>
              <a:rPr lang="en-US" sz="2000" b="1" dirty="0">
                <a:solidFill>
                  <a:schemeClr val="tx2"/>
                </a:solidFill>
                <a:latin typeface="Courier New" pitchFamily="49" charset="0"/>
              </a:rPr>
              <a:t>[t] += </a:t>
            </a:r>
            <a:r>
              <a:rPr lang="en-US" sz="2000" b="1" dirty="0" err="1">
                <a:solidFill>
                  <a:schemeClr val="tx2"/>
                </a:solidFill>
                <a:latin typeface="Courier New" pitchFamily="49" charset="0"/>
              </a:rPr>
              <a:t>partialSum</a:t>
            </a:r>
            <a:r>
              <a:rPr lang="en-US" sz="2000" b="1" dirty="0">
                <a:solidFill>
                  <a:schemeClr val="tx2"/>
                </a:solidFill>
                <a:latin typeface="Courier New" pitchFamily="49" charset="0"/>
              </a:rPr>
              <a:t>[</a:t>
            </a:r>
            <a:r>
              <a:rPr lang="en-US" sz="2000" b="1" dirty="0" err="1">
                <a:solidFill>
                  <a:schemeClr val="tx2"/>
                </a:solidFill>
                <a:latin typeface="Courier New" pitchFamily="49" charset="0"/>
              </a:rPr>
              <a:t>t+stride</a:t>
            </a:r>
            <a:r>
              <a:rPr lang="en-US" sz="2000" b="1" dirty="0">
                <a:solidFill>
                  <a:schemeClr val="tx2"/>
                </a:solidFill>
                <a:latin typeface="Courier New" pitchFamily="49" charset="0"/>
              </a:rPr>
              <a:t>];</a:t>
            </a:r>
          </a:p>
          <a:p>
            <a:pPr marL="974725" lvl="1" indent="-403225" algn="l" rtl="0" eaLnBrk="1" hangingPunct="1">
              <a:buFontTx/>
              <a:buNone/>
            </a:pPr>
            <a:r>
              <a:rPr lang="en-US" sz="2000" b="1" dirty="0">
                <a:solidFill>
                  <a:schemeClr val="tx2"/>
                </a:solidFill>
                <a:latin typeface="Courier New" pitchFamily="49" charset="0"/>
              </a:rPr>
              <a:t>}</a:t>
            </a:r>
          </a:p>
        </p:txBody>
      </p:sp>
      <p:sp>
        <p:nvSpPr>
          <p:cNvPr id="2" name="Date Placeholder 1">
            <a:extLst>
              <a:ext uri="{FF2B5EF4-FFF2-40B4-BE49-F238E27FC236}">
                <a16:creationId xmlns:a16="http://schemas.microsoft.com/office/drawing/2014/main" id="{71ADC7DB-0546-4CFF-8F70-34F3CA6B732E}"/>
              </a:ext>
            </a:extLst>
          </p:cNvPr>
          <p:cNvSpPr>
            <a:spLocks noGrp="1"/>
          </p:cNvSpPr>
          <p:nvPr>
            <p:ph type="dt" sz="half" idx="10"/>
          </p:nvPr>
        </p:nvSpPr>
        <p:spPr/>
        <p:txBody>
          <a:bodyPr/>
          <a:lstStyle/>
          <a:p>
            <a:pPr>
              <a:defRPr/>
            </a:pPr>
            <a:r>
              <a:rPr lang="en-US" altLang="en-US"/>
              <a:t>برنامه‌نویسی چند‌هسته‌ای</a:t>
            </a:r>
          </a:p>
        </p:txBody>
      </p:sp>
      <p:sp>
        <p:nvSpPr>
          <p:cNvPr id="3" name="Footer Placeholder 2">
            <a:extLst>
              <a:ext uri="{FF2B5EF4-FFF2-40B4-BE49-F238E27FC236}">
                <a16:creationId xmlns:a16="http://schemas.microsoft.com/office/drawing/2014/main" id="{72D0A055-DF73-4BEB-A70C-0B1B4C08487A}"/>
              </a:ext>
            </a:extLst>
          </p:cNvPr>
          <p:cNvSpPr>
            <a:spLocks noGrp="1"/>
          </p:cNvSpPr>
          <p:nvPr>
            <p:ph type="ftr" sz="quarter" idx="11"/>
          </p:nvPr>
        </p:nvSpPr>
        <p:spPr/>
        <p:txBody>
          <a:bodyPr/>
          <a:lstStyle/>
          <a:p>
            <a:pPr>
              <a:defRPr/>
            </a:pPr>
            <a:r>
              <a:rPr lang="fa-IR" altLang="en-US"/>
              <a:t>8- برنامه‌نویسی پردازنده گرافیکی با </a:t>
            </a:r>
            <a:r>
              <a:rPr lang="en-US" altLang="en-US"/>
              <a:t>CUDA</a:t>
            </a:r>
            <a:endParaRPr lang="en-US" altLang="en-US" dirty="0"/>
          </a:p>
        </p:txBody>
      </p:sp>
      <p:sp>
        <p:nvSpPr>
          <p:cNvPr id="8" name="Slide Number Placeholder 5">
            <a:extLst>
              <a:ext uri="{FF2B5EF4-FFF2-40B4-BE49-F238E27FC236}">
                <a16:creationId xmlns:a16="http://schemas.microsoft.com/office/drawing/2014/main" id="{D964CD12-53B2-43D8-B259-70FA341D0EC8}"/>
              </a:ext>
            </a:extLst>
          </p:cNvPr>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13</a:t>
            </a:fld>
            <a:endParaRPr lang="en-US" altLang="en-US" dirty="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fa-IR" dirty="0"/>
              <a:t>تحلیل</a:t>
            </a:r>
            <a:endParaRPr lang="en-US" dirty="0"/>
          </a:p>
        </p:txBody>
      </p:sp>
      <p:sp>
        <p:nvSpPr>
          <p:cNvPr id="24579" name="Content Placeholder 2"/>
          <p:cNvSpPr>
            <a:spLocks noGrp="1"/>
          </p:cNvSpPr>
          <p:nvPr>
            <p:ph sz="quarter" idx="1"/>
          </p:nvPr>
        </p:nvSpPr>
        <p:spPr/>
        <p:txBody>
          <a:bodyPr/>
          <a:lstStyle/>
          <a:p>
            <a:r>
              <a:rPr lang="fa-IR" dirty="0"/>
              <a:t>برای یک بلوک نخ 1024تایی</a:t>
            </a:r>
            <a:endParaRPr lang="en-US" dirty="0"/>
          </a:p>
          <a:p>
            <a:pPr lvl="1"/>
            <a:r>
              <a:rPr lang="fa-IR" dirty="0"/>
              <a:t>در شش تکرار اول واگرایی نداریم</a:t>
            </a:r>
            <a:endParaRPr lang="en-US" dirty="0"/>
          </a:p>
          <a:p>
            <a:pPr lvl="1"/>
            <a:r>
              <a:rPr lang="fa-IR" dirty="0"/>
              <a:t>1024، 512، 256، 128، 64، 32 نخ پشت‌سر‌هم در هر مرحله فعال است.</a:t>
            </a:r>
            <a:endParaRPr lang="en-US" dirty="0"/>
          </a:p>
          <a:p>
            <a:pPr lvl="1"/>
            <a:r>
              <a:rPr lang="fa-IR" dirty="0"/>
              <a:t>5 گام نهایی هنوز واگرایی دارد.</a:t>
            </a:r>
            <a:endParaRPr lang="en-US" dirty="0"/>
          </a:p>
        </p:txBody>
      </p:sp>
      <p:sp>
        <p:nvSpPr>
          <p:cNvPr id="2" name="Date Placeholder 1">
            <a:extLst>
              <a:ext uri="{FF2B5EF4-FFF2-40B4-BE49-F238E27FC236}">
                <a16:creationId xmlns:a16="http://schemas.microsoft.com/office/drawing/2014/main" id="{D3CAD095-A0AB-4BBC-B994-97E477A3214B}"/>
              </a:ext>
            </a:extLst>
          </p:cNvPr>
          <p:cNvSpPr>
            <a:spLocks noGrp="1"/>
          </p:cNvSpPr>
          <p:nvPr>
            <p:ph type="dt" sz="half" idx="10"/>
          </p:nvPr>
        </p:nvSpPr>
        <p:spPr/>
        <p:txBody>
          <a:bodyPr/>
          <a:lstStyle/>
          <a:p>
            <a:pPr>
              <a:defRPr/>
            </a:pPr>
            <a:r>
              <a:rPr lang="en-US" altLang="en-US"/>
              <a:t>برنامه‌نویسی چند‌هسته‌ای</a:t>
            </a:r>
          </a:p>
        </p:txBody>
      </p:sp>
      <p:sp>
        <p:nvSpPr>
          <p:cNvPr id="3" name="Footer Placeholder 2">
            <a:extLst>
              <a:ext uri="{FF2B5EF4-FFF2-40B4-BE49-F238E27FC236}">
                <a16:creationId xmlns:a16="http://schemas.microsoft.com/office/drawing/2014/main" id="{BE41DCF4-5A07-4A37-B6AD-A0DFDC5F0F87}"/>
              </a:ext>
            </a:extLst>
          </p:cNvPr>
          <p:cNvSpPr>
            <a:spLocks noGrp="1"/>
          </p:cNvSpPr>
          <p:nvPr>
            <p:ph type="ftr" sz="quarter" idx="11"/>
          </p:nvPr>
        </p:nvSpPr>
        <p:spPr/>
        <p:txBody>
          <a:bodyPr/>
          <a:lstStyle/>
          <a:p>
            <a:pPr>
              <a:defRPr/>
            </a:pPr>
            <a:r>
              <a:rPr lang="fa-IR" altLang="en-US"/>
              <a:t>8- برنامه‌نویسی پردازنده گرافیکی با </a:t>
            </a:r>
            <a:r>
              <a:rPr lang="en-US" altLang="en-US"/>
              <a:t>CUDA</a:t>
            </a:r>
            <a:endParaRPr lang="en-US" altLang="en-US" dirty="0"/>
          </a:p>
        </p:txBody>
      </p:sp>
      <p:sp>
        <p:nvSpPr>
          <p:cNvPr id="8" name="Slide Number Placeholder 5">
            <a:extLst>
              <a:ext uri="{FF2B5EF4-FFF2-40B4-BE49-F238E27FC236}">
                <a16:creationId xmlns:a16="http://schemas.microsoft.com/office/drawing/2014/main" id="{6F7D395B-0589-46B4-8375-0FBBA70531B5}"/>
              </a:ext>
            </a:extLst>
          </p:cNvPr>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14</a:t>
            </a:fld>
            <a:endParaRPr lang="en-US" altLang="en-US" dirty="0"/>
          </a:p>
        </p:txBody>
      </p:sp>
      <p:graphicFrame>
        <p:nvGraphicFramePr>
          <p:cNvPr id="9" name="Content Placeholder 6">
            <a:extLst>
              <a:ext uri="{FF2B5EF4-FFF2-40B4-BE49-F238E27FC236}">
                <a16:creationId xmlns:a16="http://schemas.microsoft.com/office/drawing/2014/main" id="{D132EFD3-E571-4EBD-8333-08A88F5B3494}"/>
              </a:ext>
            </a:extLst>
          </p:cNvPr>
          <p:cNvGraphicFramePr>
            <a:graphicFrameLocks/>
          </p:cNvGraphicFramePr>
          <p:nvPr>
            <p:extLst>
              <p:ext uri="{D42A27DB-BD31-4B8C-83A1-F6EECF244321}">
                <p14:modId xmlns:p14="http://schemas.microsoft.com/office/powerpoint/2010/main" val="3740169257"/>
              </p:ext>
            </p:extLst>
          </p:nvPr>
        </p:nvGraphicFramePr>
        <p:xfrm>
          <a:off x="672459" y="3657600"/>
          <a:ext cx="8033777" cy="1860589"/>
        </p:xfrm>
        <a:graphic>
          <a:graphicData uri="http://schemas.openxmlformats.org/drawingml/2006/table">
            <a:tbl>
              <a:tblPr firstRow="1" firstCol="1" bandRow="1">
                <a:tableStyleId>{69012ECD-51FC-41F1-AA8D-1B2483CD663E}</a:tableStyleId>
              </a:tblPr>
              <a:tblGrid>
                <a:gridCol w="535585">
                  <a:extLst>
                    <a:ext uri="{9D8B030D-6E8A-4147-A177-3AD203B41FA5}">
                      <a16:colId xmlns:a16="http://schemas.microsoft.com/office/drawing/2014/main" val="3433066202"/>
                    </a:ext>
                  </a:extLst>
                </a:gridCol>
                <a:gridCol w="535585">
                  <a:extLst>
                    <a:ext uri="{9D8B030D-6E8A-4147-A177-3AD203B41FA5}">
                      <a16:colId xmlns:a16="http://schemas.microsoft.com/office/drawing/2014/main" val="1169238977"/>
                    </a:ext>
                  </a:extLst>
                </a:gridCol>
                <a:gridCol w="535585">
                  <a:extLst>
                    <a:ext uri="{9D8B030D-6E8A-4147-A177-3AD203B41FA5}">
                      <a16:colId xmlns:a16="http://schemas.microsoft.com/office/drawing/2014/main" val="1663900851"/>
                    </a:ext>
                  </a:extLst>
                </a:gridCol>
                <a:gridCol w="535585">
                  <a:extLst>
                    <a:ext uri="{9D8B030D-6E8A-4147-A177-3AD203B41FA5}">
                      <a16:colId xmlns:a16="http://schemas.microsoft.com/office/drawing/2014/main" val="2769776359"/>
                    </a:ext>
                  </a:extLst>
                </a:gridCol>
                <a:gridCol w="535585">
                  <a:extLst>
                    <a:ext uri="{9D8B030D-6E8A-4147-A177-3AD203B41FA5}">
                      <a16:colId xmlns:a16="http://schemas.microsoft.com/office/drawing/2014/main" val="700056131"/>
                    </a:ext>
                  </a:extLst>
                </a:gridCol>
                <a:gridCol w="535585">
                  <a:extLst>
                    <a:ext uri="{9D8B030D-6E8A-4147-A177-3AD203B41FA5}">
                      <a16:colId xmlns:a16="http://schemas.microsoft.com/office/drawing/2014/main" val="2452779434"/>
                    </a:ext>
                  </a:extLst>
                </a:gridCol>
                <a:gridCol w="535585">
                  <a:extLst>
                    <a:ext uri="{9D8B030D-6E8A-4147-A177-3AD203B41FA5}">
                      <a16:colId xmlns:a16="http://schemas.microsoft.com/office/drawing/2014/main" val="3224872182"/>
                    </a:ext>
                  </a:extLst>
                </a:gridCol>
                <a:gridCol w="535585">
                  <a:extLst>
                    <a:ext uri="{9D8B030D-6E8A-4147-A177-3AD203B41FA5}">
                      <a16:colId xmlns:a16="http://schemas.microsoft.com/office/drawing/2014/main" val="1259325474"/>
                    </a:ext>
                  </a:extLst>
                </a:gridCol>
                <a:gridCol w="535585">
                  <a:extLst>
                    <a:ext uri="{9D8B030D-6E8A-4147-A177-3AD203B41FA5}">
                      <a16:colId xmlns:a16="http://schemas.microsoft.com/office/drawing/2014/main" val="378627297"/>
                    </a:ext>
                  </a:extLst>
                </a:gridCol>
                <a:gridCol w="535585">
                  <a:extLst>
                    <a:ext uri="{9D8B030D-6E8A-4147-A177-3AD203B41FA5}">
                      <a16:colId xmlns:a16="http://schemas.microsoft.com/office/drawing/2014/main" val="1137194434"/>
                    </a:ext>
                  </a:extLst>
                </a:gridCol>
                <a:gridCol w="535585">
                  <a:extLst>
                    <a:ext uri="{9D8B030D-6E8A-4147-A177-3AD203B41FA5}">
                      <a16:colId xmlns:a16="http://schemas.microsoft.com/office/drawing/2014/main" val="2388877061"/>
                    </a:ext>
                  </a:extLst>
                </a:gridCol>
                <a:gridCol w="2142342">
                  <a:extLst>
                    <a:ext uri="{9D8B030D-6E8A-4147-A177-3AD203B41FA5}">
                      <a16:colId xmlns:a16="http://schemas.microsoft.com/office/drawing/2014/main" val="2064988736"/>
                    </a:ext>
                  </a:extLst>
                </a:gridCol>
              </a:tblGrid>
              <a:tr h="471478">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تکرار 11</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solidFill>
                      <a:schemeClr val="accent1">
                        <a:lumMod val="75000"/>
                      </a:schemeClr>
                    </a:solidFill>
                  </a:tcP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تکرار 10</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solidFill>
                      <a:schemeClr val="accent1">
                        <a:lumMod val="75000"/>
                      </a:schemeClr>
                    </a:solidFill>
                  </a:tcP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تکرار 9</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solidFill>
                      <a:schemeClr val="accent1">
                        <a:lumMod val="75000"/>
                      </a:schemeClr>
                    </a:solidFill>
                  </a:tcP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تکرار 8</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solidFill>
                      <a:schemeClr val="accent1">
                        <a:lumMod val="75000"/>
                      </a:schemeClr>
                    </a:solidFill>
                  </a:tcP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تکرار 7</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solidFill>
                      <a:schemeClr val="accent1">
                        <a:lumMod val="75000"/>
                      </a:schemeClr>
                    </a:solidFill>
                  </a:tcP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تکرار 6</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solidFill>
                      <a:schemeClr val="accent1">
                        <a:lumMod val="75000"/>
                      </a:schemeClr>
                    </a:solidFill>
                  </a:tcPr>
                </a:tc>
                <a:tc>
                  <a:txBody>
                    <a:bodyPr/>
                    <a:lstStyle/>
                    <a:p>
                      <a:pPr algn="ctr" rtl="1">
                        <a:lnSpc>
                          <a:spcPct val="107000"/>
                        </a:lnSpc>
                        <a:spcAft>
                          <a:spcPts val="800"/>
                        </a:spcAft>
                      </a:pPr>
                      <a:r>
                        <a:rPr lang="fa-IR" sz="1400" b="1" dirty="0">
                          <a:effectLst/>
                          <a:cs typeface="B Nazanin" panose="00000400000000000000" pitchFamily="2" charset="-78"/>
                        </a:rPr>
                        <a:t>تکرار 5</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solidFill>
                      <a:schemeClr val="accent1">
                        <a:lumMod val="75000"/>
                      </a:schemeClr>
                    </a:solidFill>
                  </a:tcPr>
                </a:tc>
                <a:tc>
                  <a:txBody>
                    <a:bodyPr/>
                    <a:lstStyle/>
                    <a:p>
                      <a:pPr algn="ctr" rtl="1">
                        <a:lnSpc>
                          <a:spcPct val="107000"/>
                        </a:lnSpc>
                        <a:spcAft>
                          <a:spcPts val="800"/>
                        </a:spcAft>
                      </a:pPr>
                      <a:r>
                        <a:rPr lang="fa-IR" sz="1400" b="1" dirty="0">
                          <a:effectLst/>
                          <a:cs typeface="B Nazanin" panose="00000400000000000000" pitchFamily="2" charset="-78"/>
                        </a:rPr>
                        <a:t>تکرار 4</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solidFill>
                      <a:schemeClr val="accent1">
                        <a:lumMod val="75000"/>
                      </a:schemeClr>
                    </a:solidFill>
                  </a:tcPr>
                </a:tc>
                <a:tc>
                  <a:txBody>
                    <a:bodyPr/>
                    <a:lstStyle/>
                    <a:p>
                      <a:pPr algn="ctr" rtl="1">
                        <a:lnSpc>
                          <a:spcPct val="107000"/>
                        </a:lnSpc>
                        <a:spcAft>
                          <a:spcPts val="800"/>
                        </a:spcAft>
                      </a:pPr>
                      <a:r>
                        <a:rPr lang="fa-IR" sz="1400" b="1" dirty="0">
                          <a:effectLst/>
                          <a:cs typeface="B Nazanin" panose="00000400000000000000" pitchFamily="2" charset="-78"/>
                        </a:rPr>
                        <a:t>تکرار 3</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solidFill>
                      <a:schemeClr val="accent1">
                        <a:lumMod val="75000"/>
                      </a:schemeClr>
                    </a:solidFill>
                  </a:tcPr>
                </a:tc>
                <a:tc>
                  <a:txBody>
                    <a:bodyPr/>
                    <a:lstStyle/>
                    <a:p>
                      <a:pPr algn="ctr" rtl="1">
                        <a:lnSpc>
                          <a:spcPct val="107000"/>
                        </a:lnSpc>
                        <a:spcAft>
                          <a:spcPts val="800"/>
                        </a:spcAft>
                      </a:pPr>
                      <a:r>
                        <a:rPr lang="fa-IR" sz="1400" b="1" dirty="0">
                          <a:effectLst/>
                          <a:cs typeface="B Nazanin" panose="00000400000000000000" pitchFamily="2" charset="-78"/>
                        </a:rPr>
                        <a:t>تکرار 2</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solidFill>
                      <a:schemeClr val="accent1">
                        <a:lumMod val="75000"/>
                      </a:schemeClr>
                    </a:solidFill>
                  </a:tcPr>
                </a:tc>
                <a:tc>
                  <a:txBody>
                    <a:bodyPr/>
                    <a:lstStyle/>
                    <a:p>
                      <a:pPr algn="ctr" rtl="1">
                        <a:lnSpc>
                          <a:spcPct val="107000"/>
                        </a:lnSpc>
                        <a:spcAft>
                          <a:spcPts val="800"/>
                        </a:spcAft>
                      </a:pPr>
                      <a:r>
                        <a:rPr lang="fa-IR" sz="1400" b="1" dirty="0">
                          <a:effectLst/>
                          <a:cs typeface="B Nazanin" panose="00000400000000000000" pitchFamily="2" charset="-78"/>
                        </a:rPr>
                        <a:t>تکرار 1</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solidFill>
                      <a:schemeClr val="accent1">
                        <a:lumMod val="75000"/>
                      </a:schemeClr>
                    </a:solidFill>
                  </a:tcPr>
                </a:tc>
                <a:tc>
                  <a:txBody>
                    <a:bodyPr/>
                    <a:lstStyle/>
                    <a:p>
                      <a:pPr algn="ctr" rtl="1">
                        <a:lnSpc>
                          <a:spcPct val="107000"/>
                        </a:lnSpc>
                        <a:spcAft>
                          <a:spcPts val="800"/>
                        </a:spcAft>
                      </a:pPr>
                      <a:r>
                        <a:rPr lang="fa-IR" sz="1400" b="1" dirty="0">
                          <a:effectLst/>
                          <a:cs typeface="B Nazanin" panose="00000400000000000000" pitchFamily="2" charset="-78"/>
                        </a:rPr>
                        <a:t> </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solidFill>
                      <a:schemeClr val="accent1">
                        <a:lumMod val="75000"/>
                      </a:schemeClr>
                    </a:solidFill>
                  </a:tcPr>
                </a:tc>
                <a:extLst>
                  <a:ext uri="{0D108BD9-81ED-4DB2-BD59-A6C34878D82A}">
                    <a16:rowId xmlns:a16="http://schemas.microsoft.com/office/drawing/2014/main" val="504416078"/>
                  </a:ext>
                </a:extLst>
              </a:tr>
              <a:tr h="471478">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1</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2</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4</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8</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16</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32</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64</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128</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256</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512</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1024</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en-US" sz="1400" b="1" dirty="0">
                          <a:solidFill>
                            <a:schemeClr val="bg1"/>
                          </a:solidFill>
                          <a:effectLst/>
                          <a:cs typeface="B Nazanin" panose="00000400000000000000" pitchFamily="2" charset="-78"/>
                        </a:rPr>
                        <a:t>stride</a:t>
                      </a:r>
                      <a:endParaRPr lang="en-US" sz="1400" b="1" dirty="0">
                        <a:solidFill>
                          <a:schemeClr val="bg1"/>
                        </a:solidFill>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solidFill>
                      <a:schemeClr val="accent1">
                        <a:lumMod val="75000"/>
                      </a:schemeClr>
                    </a:solidFill>
                  </a:tcPr>
                </a:tc>
                <a:extLst>
                  <a:ext uri="{0D108BD9-81ED-4DB2-BD59-A6C34878D82A}">
                    <a16:rowId xmlns:a16="http://schemas.microsoft.com/office/drawing/2014/main" val="2052212171"/>
                  </a:ext>
                </a:extLst>
              </a:tr>
              <a:tr h="504844">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1</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2</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4</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8</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16</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32</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cs typeface="B Nazanin" panose="00000400000000000000" pitchFamily="2" charset="-78"/>
                        </a:rPr>
                        <a:t>32</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cs typeface="B Nazanin" panose="00000400000000000000" pitchFamily="2" charset="-78"/>
                        </a:rPr>
                        <a:t>32</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cs typeface="B Nazanin" panose="00000400000000000000" pitchFamily="2" charset="-78"/>
                        </a:rPr>
                        <a:t>32</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cs typeface="B Nazanin" panose="00000400000000000000" pitchFamily="2" charset="-78"/>
                        </a:rPr>
                        <a:t>32</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cs typeface="B Nazanin" panose="00000400000000000000" pitchFamily="2" charset="-78"/>
                        </a:rPr>
                        <a:t>32</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solidFill>
                            <a:schemeClr val="bg1"/>
                          </a:solidFill>
                          <a:effectLst/>
                          <a:cs typeface="B Nazanin" panose="00000400000000000000" pitchFamily="2" charset="-78"/>
                        </a:rPr>
                        <a:t>تعداد نخهای فعال در ریسمان (که در شرط </a:t>
                      </a:r>
                      <a:r>
                        <a:rPr lang="en-US" sz="1400" b="1" dirty="0">
                          <a:solidFill>
                            <a:schemeClr val="bg1"/>
                          </a:solidFill>
                          <a:effectLst/>
                          <a:cs typeface="B Nazanin" panose="00000400000000000000" pitchFamily="2" charset="-78"/>
                        </a:rPr>
                        <a:t>if</a:t>
                      </a:r>
                      <a:r>
                        <a:rPr lang="fa-IR" sz="1400" b="1" dirty="0">
                          <a:solidFill>
                            <a:schemeClr val="bg1"/>
                          </a:solidFill>
                          <a:effectLst/>
                          <a:cs typeface="B Nazanin" panose="00000400000000000000" pitchFamily="2" charset="-78"/>
                        </a:rPr>
                        <a:t> صدق می‌کنند و کار مفید انجام می‌دهند)</a:t>
                      </a:r>
                      <a:endParaRPr lang="en-US" sz="1400" b="1" dirty="0">
                        <a:solidFill>
                          <a:schemeClr val="bg1"/>
                        </a:solidFill>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solidFill>
                      <a:schemeClr val="accent1">
                        <a:lumMod val="75000"/>
                      </a:schemeClr>
                    </a:solidFill>
                  </a:tcPr>
                </a:tc>
                <a:extLst>
                  <a:ext uri="{0D108BD9-81ED-4DB2-BD59-A6C34878D82A}">
                    <a16:rowId xmlns:a16="http://schemas.microsoft.com/office/drawing/2014/main" val="2800123264"/>
                  </a:ext>
                </a:extLst>
              </a:tr>
              <a:tr h="232785">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1</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1</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1</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1</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1</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1</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2</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4</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8</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16</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effectLst/>
                          <a:latin typeface="Calibri" panose="020F0502020204030204" pitchFamily="34" charset="0"/>
                          <a:ea typeface="Calibri" panose="020F0502020204030204" pitchFamily="34" charset="0"/>
                          <a:cs typeface="B Nazanin" panose="00000400000000000000" pitchFamily="2" charset="-78"/>
                        </a:rPr>
                        <a:t>32</a:t>
                      </a:r>
                      <a:endParaRPr lang="en-US" sz="1400" b="1" dirty="0">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tc>
                <a:tc>
                  <a:txBody>
                    <a:bodyPr/>
                    <a:lstStyle/>
                    <a:p>
                      <a:pPr algn="ctr" rtl="1">
                        <a:lnSpc>
                          <a:spcPct val="107000"/>
                        </a:lnSpc>
                        <a:spcAft>
                          <a:spcPts val="800"/>
                        </a:spcAft>
                      </a:pPr>
                      <a:r>
                        <a:rPr lang="fa-IR" sz="1400" b="1" dirty="0">
                          <a:solidFill>
                            <a:schemeClr val="bg1"/>
                          </a:solidFill>
                          <a:effectLst/>
                          <a:latin typeface="Calibri" panose="020F0502020204030204" pitchFamily="34" charset="0"/>
                          <a:ea typeface="Calibri" panose="020F0502020204030204" pitchFamily="34" charset="0"/>
                          <a:cs typeface="B Nazanin" panose="00000400000000000000" pitchFamily="2" charset="-78"/>
                        </a:rPr>
                        <a:t>تعداد ریسمانهای فعال</a:t>
                      </a:r>
                      <a:endParaRPr lang="en-US" sz="1400" b="1" dirty="0">
                        <a:solidFill>
                          <a:schemeClr val="bg1"/>
                        </a:solidFill>
                        <a:effectLst/>
                        <a:latin typeface="Calibri" panose="020F0502020204030204" pitchFamily="34" charset="0"/>
                        <a:ea typeface="Calibri" panose="020F0502020204030204" pitchFamily="34" charset="0"/>
                        <a:cs typeface="B Nazanin" panose="00000400000000000000" pitchFamily="2" charset="-78"/>
                      </a:endParaRPr>
                    </a:p>
                  </a:txBody>
                  <a:tcPr marL="68580" marR="68580" marT="0" marB="0" anchor="ctr">
                    <a:solidFill>
                      <a:schemeClr val="accent1">
                        <a:lumMod val="75000"/>
                      </a:schemeClr>
                    </a:solidFill>
                  </a:tcPr>
                </a:tc>
                <a:extLst>
                  <a:ext uri="{0D108BD9-81ED-4DB2-BD59-A6C34878D82A}">
                    <a16:rowId xmlns:a16="http://schemas.microsoft.com/office/drawing/2014/main" val="2706471453"/>
                  </a:ext>
                </a:extLst>
              </a:tr>
            </a:tbl>
          </a:graphicData>
        </a:graphic>
      </p:graphicFrame>
      <p:sp>
        <p:nvSpPr>
          <p:cNvPr id="6" name="Left Brace 5">
            <a:extLst>
              <a:ext uri="{FF2B5EF4-FFF2-40B4-BE49-F238E27FC236}">
                <a16:creationId xmlns:a16="http://schemas.microsoft.com/office/drawing/2014/main" id="{7C311E0E-8CBF-4BFE-A5BB-7E1DC310ED0E}"/>
              </a:ext>
            </a:extLst>
          </p:cNvPr>
          <p:cNvSpPr/>
          <p:nvPr/>
        </p:nvSpPr>
        <p:spPr>
          <a:xfrm rot="16200000">
            <a:off x="1866900" y="4462834"/>
            <a:ext cx="381000" cy="2362200"/>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549D97CD-2ADE-4EB5-8597-C838D3A20409}"/>
              </a:ext>
            </a:extLst>
          </p:cNvPr>
          <p:cNvSpPr txBox="1"/>
          <p:nvPr/>
        </p:nvSpPr>
        <p:spPr>
          <a:xfrm>
            <a:off x="838199" y="5829872"/>
            <a:ext cx="2514601" cy="369332"/>
          </a:xfrm>
          <a:prstGeom prst="rect">
            <a:avLst/>
          </a:prstGeom>
          <a:noFill/>
        </p:spPr>
        <p:txBody>
          <a:bodyPr wrap="square" rtlCol="0">
            <a:spAutoFit/>
          </a:bodyPr>
          <a:lstStyle/>
          <a:p>
            <a:pPr algn="ctr"/>
            <a:r>
              <a:rPr lang="fa-IR" dirty="0">
                <a:cs typeface="B Nazanin" panose="00000400000000000000" pitchFamily="2" charset="-78"/>
              </a:rPr>
              <a:t>هنوز در 5 تکرار واگرایی داریم</a:t>
            </a:r>
            <a:endParaRPr lang="en-US" dirty="0">
              <a:cs typeface="B Nazanin" panose="00000400000000000000" pitchFamily="2" charset="-78"/>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F9651-CFD7-46BA-B238-34CDD53ADE4B}"/>
              </a:ext>
            </a:extLst>
          </p:cNvPr>
          <p:cNvSpPr>
            <a:spLocks noGrp="1"/>
          </p:cNvSpPr>
          <p:nvPr>
            <p:ph type="title"/>
          </p:nvPr>
        </p:nvSpPr>
        <p:spPr/>
        <p:txBody>
          <a:bodyPr/>
          <a:lstStyle/>
          <a:p>
            <a:r>
              <a:rPr lang="fa-IR" dirty="0"/>
              <a:t>جمع‌بندی</a:t>
            </a:r>
            <a:endParaRPr lang="en-US" dirty="0"/>
          </a:p>
        </p:txBody>
      </p:sp>
      <p:sp>
        <p:nvSpPr>
          <p:cNvPr id="3" name="Content Placeholder 2">
            <a:extLst>
              <a:ext uri="{FF2B5EF4-FFF2-40B4-BE49-F238E27FC236}">
                <a16:creationId xmlns:a16="http://schemas.microsoft.com/office/drawing/2014/main" id="{CFED8EA1-2E2D-4902-8E08-83236990E425}"/>
              </a:ext>
            </a:extLst>
          </p:cNvPr>
          <p:cNvSpPr>
            <a:spLocks noGrp="1"/>
          </p:cNvSpPr>
          <p:nvPr>
            <p:ph sz="quarter" idx="1"/>
          </p:nvPr>
        </p:nvSpPr>
        <p:spPr/>
        <p:txBody>
          <a:bodyPr/>
          <a:lstStyle/>
          <a:p>
            <a:r>
              <a:rPr lang="fa-IR" dirty="0"/>
              <a:t>تفاوت دو برنامه خیلی ناچیز است، ولی تفاوت بسیار زیادی از نظر کارایی دارند. </a:t>
            </a:r>
          </a:p>
          <a:p>
            <a:r>
              <a:rPr lang="fa-IR" dirty="0"/>
              <a:t>برای انجام چنین بهبودهایی در کد، نیاز است برنامه نویس درک درستی از نحوه اجرای نخ‌ها در یک ساختار </a:t>
            </a:r>
            <a:r>
              <a:rPr lang="en-US" dirty="0"/>
              <a:t>SIMD</a:t>
            </a:r>
            <a:r>
              <a:rPr lang="fa-IR" dirty="0"/>
              <a:t> داشته باشد.</a:t>
            </a:r>
          </a:p>
          <a:p>
            <a:endParaRPr lang="fa-IR" dirty="0"/>
          </a:p>
          <a:p>
            <a:r>
              <a:rPr lang="fa-IR" dirty="0"/>
              <a:t>اینجاست که فرق یک برنامه‌نویس دارای دانش معماری کامپیوتر با یک برنامه‌نویس عادی مشخص می‌شود!</a:t>
            </a:r>
            <a:endParaRPr lang="en-US" dirty="0"/>
          </a:p>
        </p:txBody>
      </p:sp>
      <p:sp>
        <p:nvSpPr>
          <p:cNvPr id="4" name="Date Placeholder 3">
            <a:extLst>
              <a:ext uri="{FF2B5EF4-FFF2-40B4-BE49-F238E27FC236}">
                <a16:creationId xmlns:a16="http://schemas.microsoft.com/office/drawing/2014/main" id="{E7824569-23E6-49DD-BB74-488E55604EE8}"/>
              </a:ext>
            </a:extLst>
          </p:cNvPr>
          <p:cNvSpPr>
            <a:spLocks noGrp="1"/>
          </p:cNvSpPr>
          <p:nvPr>
            <p:ph type="dt" sz="half" idx="10"/>
          </p:nvPr>
        </p:nvSpPr>
        <p:spPr/>
        <p:txBody>
          <a:bodyPr/>
          <a:lstStyle/>
          <a:p>
            <a:pPr>
              <a:defRPr/>
            </a:pPr>
            <a:r>
              <a:rPr lang="en-US" altLang="en-US"/>
              <a:t>برنامه‌نویسی چند‌هسته‌ای</a:t>
            </a:r>
          </a:p>
        </p:txBody>
      </p:sp>
      <p:sp>
        <p:nvSpPr>
          <p:cNvPr id="5" name="Footer Placeholder 4">
            <a:extLst>
              <a:ext uri="{FF2B5EF4-FFF2-40B4-BE49-F238E27FC236}">
                <a16:creationId xmlns:a16="http://schemas.microsoft.com/office/drawing/2014/main" id="{02BD253A-4FA8-491C-BF90-E9F6D5EED536}"/>
              </a:ext>
            </a:extLst>
          </p:cNvPr>
          <p:cNvSpPr>
            <a:spLocks noGrp="1"/>
          </p:cNvSpPr>
          <p:nvPr>
            <p:ph type="ftr" sz="quarter" idx="11"/>
          </p:nvPr>
        </p:nvSpPr>
        <p:spPr/>
        <p:txBody>
          <a:bodyPr/>
          <a:lstStyle/>
          <a:p>
            <a:pPr>
              <a:defRPr/>
            </a:pPr>
            <a:r>
              <a:rPr lang="fa-IR" altLang="en-US"/>
              <a:t>8- برنامه‌نویسی پردازنده گرافیکی با </a:t>
            </a:r>
            <a:r>
              <a:rPr lang="en-US" altLang="en-US"/>
              <a:t>CUDA</a:t>
            </a:r>
            <a:endParaRPr lang="en-US" altLang="en-US" dirty="0"/>
          </a:p>
        </p:txBody>
      </p:sp>
      <p:sp>
        <p:nvSpPr>
          <p:cNvPr id="6" name="Slide Number Placeholder 5">
            <a:extLst>
              <a:ext uri="{FF2B5EF4-FFF2-40B4-BE49-F238E27FC236}">
                <a16:creationId xmlns:a16="http://schemas.microsoft.com/office/drawing/2014/main" id="{23264483-491B-48CB-B7C1-21093DF287DE}"/>
              </a:ext>
            </a:extLst>
          </p:cNvPr>
          <p:cNvSpPr>
            <a:spLocks noGrp="1"/>
          </p:cNvSpPr>
          <p:nvPr>
            <p:ph type="sldNum" sz="quarter" idx="12"/>
          </p:nvPr>
        </p:nvSpPr>
        <p:spPr/>
        <p:txBody>
          <a:bodyPr/>
          <a:lstStyle/>
          <a:p>
            <a:pPr>
              <a:defRPr/>
            </a:pPr>
            <a:fld id="{F8A5C899-0CF2-4984-AB7A-C737EF720B98}" type="slidenum">
              <a:rPr lang="en-US" altLang="en-US" smtClean="0"/>
              <a:pPr>
                <a:defRPr/>
              </a:pPr>
              <a:t>15</a:t>
            </a:fld>
            <a:endParaRPr lang="en-US" altLang="en-US" dirty="0"/>
          </a:p>
        </p:txBody>
      </p:sp>
    </p:spTree>
    <p:extLst>
      <p:ext uri="{BB962C8B-B14F-4D97-AF65-F5344CB8AC3E}">
        <p14:creationId xmlns:p14="http://schemas.microsoft.com/office/powerpoint/2010/main" val="8270591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مراجع</a:t>
            </a:r>
            <a:endParaRPr lang="en-US" dirty="0"/>
          </a:p>
        </p:txBody>
      </p:sp>
      <p:sp>
        <p:nvSpPr>
          <p:cNvPr id="3" name="Content Placeholder 2"/>
          <p:cNvSpPr>
            <a:spLocks noGrp="1"/>
          </p:cNvSpPr>
          <p:nvPr>
            <p:ph sz="quarter" idx="1"/>
          </p:nvPr>
        </p:nvSpPr>
        <p:spPr/>
        <p:txBody>
          <a:bodyPr/>
          <a:lstStyle/>
          <a:p>
            <a:pPr algn="l" rtl="0"/>
            <a:r>
              <a:rPr lang="en-US" dirty="0"/>
              <a:t>Accelerated Computing Online Course</a:t>
            </a:r>
          </a:p>
          <a:p>
            <a:pPr lvl="1" algn="l" rtl="0"/>
            <a:r>
              <a:rPr lang="en-US" dirty="0"/>
              <a:t>Video lectures: http://syllabus.gputeachingkit.com/</a:t>
            </a:r>
          </a:p>
          <a:p>
            <a:pPr lvl="1" algn="l" rtl="0"/>
            <a:r>
              <a:rPr lang="en-US" dirty="0"/>
              <a:t>By: Wen-</a:t>
            </a:r>
            <a:r>
              <a:rPr lang="en-US" dirty="0" err="1"/>
              <a:t>mei</a:t>
            </a:r>
            <a:r>
              <a:rPr lang="en-US" dirty="0"/>
              <a:t> </a:t>
            </a:r>
            <a:r>
              <a:rPr lang="en-US" dirty="0" err="1"/>
              <a:t>Hwu</a:t>
            </a:r>
            <a:r>
              <a:rPr lang="en-US" dirty="0"/>
              <a:t>  (University of Illinois)</a:t>
            </a:r>
          </a:p>
          <a:p>
            <a:pPr lvl="1" algn="l" rtl="0"/>
            <a:r>
              <a:rPr lang="en-US" dirty="0"/>
              <a:t>Slides that contain voices, available on the course website</a:t>
            </a:r>
          </a:p>
          <a:p>
            <a:pPr algn="l" rtl="0"/>
            <a:r>
              <a:rPr lang="en-US" dirty="0"/>
              <a:t>Programming Massively Parallel Processors</a:t>
            </a:r>
          </a:p>
          <a:p>
            <a:pPr lvl="1" algn="l" rtl="0"/>
            <a:r>
              <a:rPr lang="en-US" dirty="0"/>
              <a:t>David B. Kirk and Wen-</a:t>
            </a:r>
            <a:r>
              <a:rPr lang="en-US" dirty="0" err="1"/>
              <a:t>mei</a:t>
            </a:r>
            <a:r>
              <a:rPr lang="en-US" dirty="0"/>
              <a:t> W. </a:t>
            </a:r>
            <a:r>
              <a:rPr lang="en-US" dirty="0" err="1"/>
              <a:t>Hwu</a:t>
            </a:r>
            <a:r>
              <a:rPr lang="en-US" dirty="0"/>
              <a:t>, 3</a:t>
            </a:r>
            <a:r>
              <a:rPr lang="en-US" baseline="30000" dirty="0"/>
              <a:t>rd</a:t>
            </a:r>
            <a:r>
              <a:rPr lang="en-US" dirty="0"/>
              <a:t> Edition</a:t>
            </a:r>
          </a:p>
          <a:p>
            <a:pPr algn="l" rtl="0"/>
            <a:endParaRPr lang="en-US" dirty="0"/>
          </a:p>
        </p:txBody>
      </p:sp>
      <p:sp>
        <p:nvSpPr>
          <p:cNvPr id="4" name="Date Placeholder 3"/>
          <p:cNvSpPr>
            <a:spLocks noGrp="1"/>
          </p:cNvSpPr>
          <p:nvPr>
            <p:ph type="dt" sz="half" idx="10"/>
          </p:nvPr>
        </p:nvSpPr>
        <p:spPr/>
        <p:txBody>
          <a:bodyPr/>
          <a:lstStyle/>
          <a:p>
            <a:pPr>
              <a:defRPr/>
            </a:pPr>
            <a:r>
              <a:rPr lang="en-US" altLang="en-US"/>
              <a:t>برنامه‌نویسی چند‌هسته‌ای</a:t>
            </a:r>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16</a:t>
            </a:fld>
            <a:endParaRPr lang="en-US" altLang="en-US" dirty="0"/>
          </a:p>
        </p:txBody>
      </p:sp>
      <p:sp>
        <p:nvSpPr>
          <p:cNvPr id="7" name="Footer Placeholder 6">
            <a:extLst>
              <a:ext uri="{FF2B5EF4-FFF2-40B4-BE49-F238E27FC236}">
                <a16:creationId xmlns:a16="http://schemas.microsoft.com/office/drawing/2014/main" id="{684AE015-A767-4F55-B0F8-5BE57BAD39FF}"/>
              </a:ext>
            </a:extLst>
          </p:cNvPr>
          <p:cNvSpPr>
            <a:spLocks noGrp="1"/>
          </p:cNvSpPr>
          <p:nvPr>
            <p:ph type="ftr" sz="quarter" idx="11"/>
          </p:nvPr>
        </p:nvSpPr>
        <p:spPr/>
        <p:txBody>
          <a:bodyPr/>
          <a:lstStyle/>
          <a:p>
            <a:pPr>
              <a:defRPr/>
            </a:pPr>
            <a:r>
              <a:rPr lang="fa-IR" altLang="en-US"/>
              <a:t>8- برنامه‌نویسی پردازنده گرافیکی با </a:t>
            </a:r>
            <a:r>
              <a:rPr lang="en-US" altLang="en-US"/>
              <a:t>CUDA</a:t>
            </a:r>
            <a:endParaRPr lang="en-US" altLang="en-US" dirty="0"/>
          </a:p>
        </p:txBody>
      </p:sp>
    </p:spTree>
    <p:extLst>
      <p:ext uri="{BB962C8B-B14F-4D97-AF65-F5344CB8AC3E}">
        <p14:creationId xmlns:p14="http://schemas.microsoft.com/office/powerpoint/2010/main" val="328187346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themeOverride>
</file>

<file path=docProps/app.xml><?xml version="1.0" encoding="utf-8"?>
<Properties xmlns="http://schemas.openxmlformats.org/officeDocument/2006/extended-properties" xmlns:vt="http://schemas.openxmlformats.org/officeDocument/2006/docPropsVTypes">
  <Template/>
  <TotalTime>12711</TotalTime>
  <Words>1314</Words>
  <Application>Microsoft Office PowerPoint</Application>
  <PresentationFormat>On-screen Show (4:3)</PresentationFormat>
  <Paragraphs>312</Paragraphs>
  <Slides>16</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Arial</vt:lpstr>
      <vt:lpstr>B Nazanin</vt:lpstr>
      <vt:lpstr>B Nz</vt:lpstr>
      <vt:lpstr>Calibri</vt:lpstr>
      <vt:lpstr>Courier New</vt:lpstr>
      <vt:lpstr>Palatino</vt:lpstr>
      <vt:lpstr>Wingdings</vt:lpstr>
      <vt:lpstr>Wingdings 2</vt:lpstr>
      <vt:lpstr>Median</vt:lpstr>
      <vt:lpstr>برنامه‌نویسی چندهسته‌ای  8- CUDA (بخش هشتم)  محمود ممتازپور  </vt:lpstr>
      <vt:lpstr>فهرست</vt:lpstr>
      <vt:lpstr>محاسبه حاصل‌جمع خانه‌های یک آرایه</vt:lpstr>
      <vt:lpstr>گامهای کاهش</vt:lpstr>
      <vt:lpstr>همگام‌سازی مانع</vt:lpstr>
      <vt:lpstr>ادامه الگوریتم کاهش</vt:lpstr>
      <vt:lpstr>مشاهدات (برای یک بلوک 1024 نخی)</vt:lpstr>
      <vt:lpstr>وضعیت اجرای نخ‌ها و ریسمانها</vt:lpstr>
      <vt:lpstr>دیاگرام اجرای نخ‌ها با فرض warpsize=2</vt:lpstr>
      <vt:lpstr>نحوه استفاده از اندیس نخ مهم است</vt:lpstr>
      <vt:lpstr>ایده برای بهبود بهره‌وری منابع</vt:lpstr>
      <vt:lpstr>مثالی از بلوک 16 نخی و warpsize=2</vt:lpstr>
      <vt:lpstr>کرنل کاهش به‌روز شده</vt:lpstr>
      <vt:lpstr>تحلیل</vt:lpstr>
      <vt:lpstr>جمع‌بندی</vt:lpstr>
      <vt:lpstr>مراجع</vt:lpstr>
    </vt:vector>
  </TitlesOfParts>
  <Company>Purdue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Overview</dc:title>
  <dc:creator>rf</dc:creator>
  <cp:lastModifiedBy>M</cp:lastModifiedBy>
  <cp:revision>1105</cp:revision>
  <dcterms:created xsi:type="dcterms:W3CDTF">2005-06-03T08:24:32Z</dcterms:created>
  <dcterms:modified xsi:type="dcterms:W3CDTF">2021-05-21T20:34:19Z</dcterms:modified>
</cp:coreProperties>
</file>